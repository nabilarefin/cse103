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4"/>
  </p:sldMasterIdLst>
  <p:notesMasterIdLst>
    <p:notesMasterId r:id="rId15"/>
  </p:notesMasterIdLst>
  <p:handoutMasterIdLst>
    <p:handoutMasterId r:id="rId16"/>
  </p:handoutMasterIdLst>
  <p:sldIdLst>
    <p:sldId id="357" r:id="rId5"/>
    <p:sldId id="347" r:id="rId6"/>
    <p:sldId id="348" r:id="rId7"/>
    <p:sldId id="358" r:id="rId8"/>
    <p:sldId id="359" r:id="rId9"/>
    <p:sldId id="360" r:id="rId10"/>
    <p:sldId id="361" r:id="rId11"/>
    <p:sldId id="362" r:id="rId12"/>
    <p:sldId id="363" r:id="rId13"/>
    <p:sldId id="35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1AA853F-DA9D-4732-A105-C3A4248211B9}">
          <p14:sldIdLst>
            <p14:sldId id="357"/>
            <p14:sldId id="347"/>
            <p14:sldId id="348"/>
            <p14:sldId id="358"/>
            <p14:sldId id="359"/>
            <p14:sldId id="360"/>
            <p14:sldId id="361"/>
            <p14:sldId id="362"/>
            <p14:sldId id="363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4966" autoAdjust="0"/>
  </p:normalViewPr>
  <p:slideViewPr>
    <p:cSldViewPr snapToGrid="0">
      <p:cViewPr varScale="1">
        <p:scale>
          <a:sx n="70" d="100"/>
          <a:sy n="70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03-Sep-25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6:03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397 0 24575,'2'1'0,"0"0"0,0 0 0,-1 0 0,1 0 0,0 0 0,-1 0 0,1 0 0,-1 0 0,0 1 0,1-1 0,-1 0 0,0 1 0,0-1 0,0 1 0,0 0 0,0-1 0,0 1 0,0 0 0,0-1 0,0 3 0,14 38 0,-11-14 0,-2-1 0,-1 56 0,-1-58 0,0 1 0,1-1 0,9 50 0,-4-45 0,-3 1 0,0 0 0,-2-1 0,-3 36 0,1-17 0,1-79 0,0-6 0,1 0 0,1-1 0,9-36 0,-9 57 0,0-1 0,0-27 0,-3 34 0,1 1 0,0-1 0,0 0 0,1 0 0,1 1 0,0-1 0,0 0 0,1 1 0,0 0 0,6-13 0,-4 54 0,-5 307 0,-2-452 0,4-127 0,19 133 0,-18 236 0,-4 80 0,3-219 0,0-1 0,0 1 0,1 0 0,0 0 0,7-15 0,6-20 0,-7 9 0,-7 22 0,2 0 0,-1 1 0,7-15 0,-14 79 0,-49 91 0,44-102 0,8-34 0,1-26 0,0 13 0,2-25 0,-1 18 0,0 0 0,-1-1 0,-1 1 0,0 0 0,-6-27 0,6 38 0,0 0 0,0 0 0,-1 0 0,1 0 0,-1 0 0,0 1 0,1-1 0,-1 1 0,0-1 0,-1 1 0,1-1 0,0 1 0,-1 0 0,1 0 0,-1 1 0,1-1 0,-1 0 0,0 1 0,0-1 0,0 1 0,0 0 0,0 0 0,0 0 0,0 1 0,0-1 0,0 1 0,-1-1 0,1 1 0,0 0 0,0 0 0,0 1 0,-4 0 0,-15 2 0,1 0 0,-1 2 0,-33 12 0,-16 4 0,50-15 0,0 1 0,-22 10 0,-23 9 0,48-25 0,22-12 0,23-14 0,-4 14 0,0 0 0,0 1 0,1 2 0,47-11 0,-70 19 0,1-1 0,-1 1 0,0-1 0,1 1 0,-1 0 0,0 0 0,1-1 0,-1 1 0,1 0 0,-1 0 0,0 0 0,1 1 0,-1-1 0,1 0 0,-1 1 0,0-1 0,1 0 0,-1 1 0,0 0 0,0-1 0,1 1 0,-1 0 0,0-1 0,0 1 0,0 0 0,0 0 0,0 0 0,0 0 0,0 0 0,0 0 0,0 0 0,0 1 0,-1-1 0,1 0 0,0 0 0,-1 1 0,1-1 0,-1 0 0,0 1 0,1-1 0,-1 0 0,0 2 0,0 5 0,0 0 0,-1 0 0,0 0 0,0 0 0,-1 0 0,-3 7 0,2-3 0,3-12 0,0 0 0,0 0 0,0-1 0,1 1 0,-1 0 0,0 0 0,0 0 0,0 0 0,0 0 0,0 0 0,0 0 0,0 0 0,0 0 0,1 0 0,-1 0 0,0 0 0,0 0 0,0 0 0,0 0 0,0 0 0,0 0 0,0 0 0,1 0 0,-1 0 0,0 0 0,0 0 0,0 0 0,0 0 0,0 1 0,0-1 0,0 0 0,0 0 0,1 0 0,-1 0 0,0 0 0,0 0 0,0 0 0,0 0 0,0 0 0,0 0 0,0 0 0,0 1 0,0-1 0,0 0 0,0 0 0,0 0 0,0 0 0,0 0 0,0 0 0,0 0 0,0 1 0,0-1 0,0 0 0,0 0 0,0 0 0,0 0 0,0 0 0,0 0 0,0 0 0,0 0 0,0 1 0,0-1 0,13-11 0,13-17 0,-11 7 0,-1 0 0,-1-1 0,15-34 0,24-52 0,-44 100 0,-6 22 0,-8 24 0,-8-6 0,-5 10 0,-19 64 0,36-99 0,0 3 0,-1 1 0,0-1 0,0 0 0,-1 0 0,0 0 0,-1 0 0,0-1 0,-1 1 0,-9 10 0,15-20 0,-1 0 0,1-1 0,-1 1 0,1 0 0,-1 0 0,1 0 0,0-1 0,-1 1 0,1 0 0,-1-1 0,1 1 0,-1-1 0,1 1 0,0 0 0,-1-1 0,1 1 0,0-1 0,0 1 0,-1-1 0,1 1 0,0-1 0,0 1 0,0-1 0,-1 1 0,1-1 0,0 1 0,0-1 0,0 1 0,0-1 0,0 1 0,0-1 0,0 1 0,0-1 0,0 0 0,1 1 0,-1-1 0,-2-25 0,5-51 0,-1 49 0,-2 0 0,-4-47 0,4 75 0,0 0 0,0-1 0,0 1 0,1 0 0,-1 0 0,0 0 0,0 0 0,0-1 0,0 1 0,0 0 0,0 0 0,0 0 0,0-1 0,0 1 0,0 0 0,0 0 0,0 0 0,0 0 0,0-1 0,-1 1 0,1 0 0,0 0 0,0 0 0,0 0 0,0-1 0,0 1 0,0 0 0,0 0 0,0 0 0,-1 0 0,1 0 0,0-1 0,0 1 0,0 0 0,0 0 0,-1 0 0,1 0 0,0 0 0,0 0 0,0 0 0,0 0 0,-1 0 0,1 0 0,0 0 0,0 0 0,0-1 0,0 1 0,-1 0 0,1 1 0,0-1 0,0 0 0,0 0 0,-1 0 0,1 0 0,0 0 0,0 0 0,0 0 0,0 0 0,-1 0 0,1 0 0,-10 16 0,-5 21 0,14-35 0,-5 18 0,-1-1 0,-1 0 0,-1 0 0,-23 34 0,16-21 0,14-27 0,0 0 0,0-1 0,0 0 0,-1 1 0,1-1 0,-6 6 0,7-10 0,1-1 0,-1 1 0,1 0 0,-1 0 0,1-1 0,0 1 0,-1 0 0,1-1 0,-1 1 0,1 0 0,0-1 0,-1 1 0,1-1 0,0 1 0,0-1 0,-1 1 0,1-1 0,0 1 0,0-1 0,0 1 0,-1-1 0,1 1 0,0-1 0,0 1 0,0-1 0,0 1 0,0-1 0,0 1 0,0-1 0,0 1 0,0-1 0,1 1 0,-1-2 0,-2-23 0,2 14 0,1 0 0,0 0 0,1 0 0,0 0 0,1 1 0,0-1 0,1 0 0,7-15 0,-2 5 0,1-23 0,-10 38 0,1 1 0,0-1 0,0 0 0,0 1 0,1-1 0,0 1 0,0 0 0,5-10 0,-68 130 0,-39 25 0,70-95 0,28-41 0,-1-1 0,1 0 0,-1 0 0,1-1 0,-1 1 0,0 0 0,0-1 0,0 0 0,-1 0 0,1 0 0,-4 2 0,5-4 0,1 0 0,0 0 0,-1 0 0,1 0 0,0 0 0,0 0 0,-1-1 0,1 1 0,0 0 0,0-1 0,-1 1 0,1-1 0,0 1 0,0-1 0,0 0 0,0 0 0,0 1 0,0-1 0,0 0 0,0 0 0,0 0 0,0 0 0,0 0 0,0 0 0,1 0 0,-1 0 0,0 0 0,1-1 0,-1 1 0,1 0 0,-1 0 0,1-1 0,0 1 0,-1-2 0,-8-45 0,8-71-1365,1 99-5461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5:53.1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0 117 24575,'286'50'0,"-241"-43"0,75 3 0,-56-6 0,99 18 0,-94-12 0,-31-4 0,64 2 0,-13-10 0,101 3 0,-121 10 0,-47-6 0,-1-2 0,30 2 0,36-4 0,153-4 0,-171-8 0,-48 7 0,1 0 0,29 0 0,1020 3 0,-487 3 0,-578-2 0,-4 0 0,1 0 0,0 1 0,0-1 0,0-1 0,0 1 0,0 0 0,0-1 0,0 1 0,-1-1 0,1 0 0,0 0 0,0 0 0,-1 0 0,4-3 0,-6 4 0,0-1 0,0 0 0,0 1 0,0-1 0,0 1 0,0-1 0,-1 0 0,1 1 0,0-1 0,0 0 0,0 1 0,-1-1 0,1 1 0,0-1 0,-1 1 0,1-1 0,-1 1 0,1-1 0,-1 1 0,1-1 0,0 1 0,-1 0 0,0-1 0,1 1 0,-1 0 0,1-1 0,-1 1 0,1 0 0,-1-1 0,0 1 0,1 0 0,-1 0 0,1 0 0,-2 0 0,-26-12 0,25 11 0,-18-7 0,0 1 0,-1 1 0,0 1 0,-40-4 0,-122-13 0,117 12 0,44 5 0,-1 2 0,-28-1 0,11 2 0,-43-8 0,44 4 0,-52 0 0,57 6 0,-13 1 0,0-2 0,-77-12 0,94 9 0,-1 1 0,-55 2 0,-19-1 0,36-9 0,50 6 0,-1 2 0,-30-2 0,-1006 5 0,482 1 0,561-2 19,0-1 1,0 0-1,1-1 0,0 0 0,-24-9 0,-25-7-1499,45 16-5346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5:53.8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24575,'4'1'0,"1"0"0,-1 0 0,0 1 0,0-1 0,0 1 0,-1 0 0,1 0 0,5 5 0,11 4 0,75 24 0,-32-14 0,-36-10 0,176 59 0,-53-17 0,-64-28 0,-55-14 0,1-2 0,46 8 0,192 29 0,-248-42 0,0 0 0,28 11 0,-33-10 0,1 0 0,-1 0 0,1-2 0,28 2 0,-4-2 0,60 11 0,-100-14 0,37 5 0,64-2 0,-67-3 0,0 2 0,48 7 0,-46-3 0,1-2 0,47-1 0,-46-3 0,78 11 0,-56-4 0,1-2 0,118-6 0,-62-1 0,392 2-1365,-491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5:54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113 240 24575,'0'5'0,"2"9"0,-1-14 0,0 0 0,0 1 0,0-1 0,-1 0 0,1 0 0,0 1 0,0-1 0,0 0 0,0 0 0,0 0 0,0 0 0,0 0 0,-1 0 0,1 0 0,0 0 0,0-1 0,0 1 0,0 0 0,1-1 0,66-16 0,100-10 0,-131 21 0,-1-1 0,0-3 0,35-13 0,57-15 0,55-17 0,-45 12 0,-102 24 0,-15 5 0,-54 37 0,-48 8 0,-1-3 0,0-3 0,-95 14 0,157-34 0,0 0 0,0 1 0,-20 11 0,-46 13 0,51-20 0,-46 19 0,49-17 0,-53 14 0,55-18 0,0 0 0,1 2 0,0 1 0,-34 18 0,175-77 0,-42 20 0,141-56 0,-51 39 0,-40 13 0,-84 22 0,1 0 0,0 3 0,0 1 0,1 2 0,-1 1 0,67 5 0,-102-2 0,0 0 0,-1 0 0,1 0 0,0 0 0,0 0 0,0 1 0,-1-1 0,1 1 0,0 0 0,-1-1 0,1 1 0,0 0 0,-1 0 0,1 0 0,-1 0 0,1 0 0,-1 0 0,0 0 0,3 3 0,-4-3 0,0 0 0,1 1 0,-1-1 0,0 0 0,0 0 0,0 1 0,0-1 0,0 0 0,0 0 0,0 1 0,0-1 0,0 0 0,0 0 0,-1 0 0,1 1 0,-1-1 0,1 0 0,-1 0 0,1 0 0,-1 0 0,0 1 0,-4 5 0,1-1 0,-1-1 0,0 1 0,0-1 0,-1 0 0,0 0 0,-11 7 0,1-3 0,0-1 0,-1-1 0,-17 4 0,-19 9 0,15-6-341,-1-1 0,0-2-1,-62 9 1,81-17-6485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5:55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1 141 24575,'41'0'0,"0"-2"0,64-10 0,-45 4 0,0 3 0,0 3 0,62 5 0,-6-1 0,275-19 0,-109-3 0,-211 15 0,109 4 0,39-2 0,-101-20 0,-98 16 0,-20 7 0,0 0 0,0 0 0,0-1 0,0 1 0,1 0 0,-1 0 0,0 0 0,0 0 0,0 0 0,0-1 0,0 1 0,1 0 0,-1 0 0,0 0 0,0 0 0,0-1 0,0 1 0,0 0 0,0 0 0,0 0 0,0-1 0,0 1 0,0 0 0,0 0 0,0 0 0,0-1 0,0 1 0,0 0 0,0 0 0,0 0 0,0-1 0,0 1 0,0 0 0,0 0 0,0 0 0,0-1 0,0 1 0,0 0 0,-1 0 0,1 0 0,0 0 0,0-1 0,-2 0 0,0 0 0,1 1 0,-1-1 0,0 0 0,0 1 0,0-1 0,1 1 0,-1 0 0,0-1 0,0 1 0,0 0 0,0 0 0,0 0 0,0 0 0,0 1 0,-3 0 0,-42 10 0,-56 22 0,78-25 0,-115 29 0,27-9 0,69-9 0,36-15 0,-1 0 0,0 0 0,0 0 0,-11 2 0,-20 2 0,20-5 0,0 1 0,0 1 0,0 1 0,-35 16 0,35-13 0,0-1 0,-1-1 0,-21 5 0,20-6 0,0 1 0,-22 9 0,104-11 0,0-5 0,-21 1 0,-1-1 0,1-2 0,59-12 0,-24 3 0,-58 10 0,-1-1 0,0 0 0,0-1 0,0-1 0,25-10 0,-26 9 0,1 0 0,0 2 0,-1-1 0,1 2 0,1 0 0,18 0 0,48-8 0,-50 4 0,0 2 0,1 2 0,35 1 0,-32 1 0,0-1 0,44-8 0,-14-1 0,-42 7 0,-1 0 0,0-2 0,42-14 0,-36 10 0,0 1 0,0 2 0,41-5 0,-56 10 0,56-6 0,-42 6 0,47-10 0,-48 7 0,-1 0 0,42 1 0,-47 3 0,1-1 0,-1-1 0,0 0 0,0-2 0,23-7 0,-4-1 0,0 1 0,1 2 0,50-5 0,-10 11 0,-55 3 0,0-1 0,-1-1 0,34-8 0,-39 7-341,0 0 0,0 1-1,25 0 1,-25 2-6485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9:36:14.5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14798 109 24575,'2'1'0,"0"-1"0,-1 1 0,1 0 0,0 0 0,-1 0 0,1 0 0,0 1 0,-1-1 0,0 0 0,1 1 0,-1-1 0,0 1 0,0-1 0,0 1 0,1-1 0,-2 1 0,1 0 0,0 0 0,0 0 0,0 3 0,13 39 0,6 100 0,-12-82 0,2 16 0,-8-72 0,-1 0 0,1-1 0,0 1 0,0-1 0,0 0 0,1 0 0,0 0 0,0 0 0,0 0 0,7 7 0,-9-11 0,1 0 0,-1 0 0,1 0 0,0-1 0,-1 1 0,1 0 0,0-1 0,0 1 0,-1-1 0,1 0 0,0 0 0,0 1 0,0-1 0,-1 0 0,1-1 0,0 1 0,0 0 0,0 0 0,-1-1 0,1 1 0,0-1 0,0 1 0,-1-1 0,1 0 0,0 0 0,-1 0 0,1 0 0,-1 0 0,0 0 0,1 0 0,-1 0 0,0-1 0,2-1 0,47-49 0,-49 50 0,12-17 0,0 0 0,18-39 0,12-19 0,65-105 0,-99 166 0,-6 10 0,0 1 0,-1 0 0,2 0 0,-1 0 0,0 1 0,1-1 0,0 1 0,0 0 0,0 0 0,1 0 0,7-5 0,-11 9 0,-1 0 0,1 0 0,0 0 0,0-1 0,-1 1 0,1 0 0,0 0 0,0 0 0,-1 1 0,1-1 0,0 0 0,0 0 0,-1 0 0,1 0 0,0 1 0,-1-1 0,1 0 0,0 1 0,0-1 0,-1 0 0,1 1 0,-1-1 0,1 1 0,0-1 0,-1 1 0,1-1 0,-1 1 0,1 0 0,-1-1 0,0 1 0,1-1 0,-1 1 0,0 0 0,1 0 0,-1-1 0,0 1 0,0 0 0,1-1 0,-1 1 0,0 0 0,0 0 0,0 0 0,0-1 0,0 2 0,3 39 0,-3-38 0,-2 308 0,-8-262 0,-1 7 0,11-53 0,-1-1 0,1 0 0,0 0 0,0 1 0,0-1 0,0 0 0,1 0 0,-1 1 0,1-1 0,-1 0 0,1 0 0,0 0 0,-1 0 0,1 0 0,1 0 0,-1 0 0,3 4 0,-4-5 0,1-1 0,0 1 0,0-1 0,0 1 0,0 0 0,1-1 0,-1 0 0,0 1 0,0-1 0,0 0 0,0 1 0,0-1 0,1 0 0,-1 0 0,0 0 0,0 0 0,0 0 0,0 0 0,1-1 0,-1 1 0,0 0 0,0 0 0,0-1 0,0 1 0,0-1 0,0 1 0,0-1 0,0 1 0,0-1 0,0 0 0,0 0 0,0 1 0,0-1 0,1-1 0,34-38 0,-21 22 0,9-7 0,-1 0 0,32-49 0,18-20 0,74-92 0,-141 176 0,1 1 0,0 0 0,0 0 0,1 1 0,0 0 0,0 0 0,1 0 0,0 1 0,0 1 0,11-6 0,-19 11 0,0 1 0,1 0 0,-1-1 0,0 1 0,0 0 0,0 0 0,0 0 0,0 0 0,0 0 0,0 0 0,0 1 0,1-1 0,-1 0 0,0 0 0,0 1 0,0-1 0,0 1 0,0-1 0,0 1 0,0-1 0,0 1 0,-1-1 0,1 1 0,2 1 0,15 30 0,-15-20 0,1 0 0,-2 0 0,3 21 0,-4 241 0,-2-219 0,3-78 0,1 0 0,0 1 0,2-1 0,9-23 0,5-29 0,1 4 0,-18 66 0,0 1 0,0-1 0,0 0 0,0 1 0,1 0 0,0-1 0,0 1 0,0 0 0,0 0 0,1 1 0,7-7 0,-10 9 0,1 1 0,0-1 0,0 1 0,-1 0 0,1-1 0,0 1 0,0 0 0,-1 0 0,1 0 0,0 0 0,0 0 0,0 1 0,-1-1 0,1 1 0,0-1 0,-1 1 0,1-1 0,0 1 0,-1 0 0,1 0 0,-1 0 0,1 0 0,-1 0 0,1 0 0,-1 0 0,0 1 0,1-1 0,-1 0 0,0 1 0,1 1 0,38 56 0,-31-44 0,49 88 0,-32-40 0,-22-52 0,-1 0 0,2 0 0,0 0 0,0-1 0,11 17 0,-15-26 0,0 0 0,-1 0 0,1 0 0,0-1 0,-1 1 0,1 0 0,0 0 0,0-1 0,0 1 0,0 0 0,-1-1 0,1 1 0,0 0 0,0-1 0,0 0 0,0 1 0,0-1 0,1 0 0,-1 1 0,0-1 0,0 0 0,0 0 0,0 0 0,0 0 0,0 0 0,0 0 0,0 0 0,1 0 0,-1 0 0,0-1 0,0 1 0,0 0 0,0-1 0,0 1 0,0-1 0,0 1 0,0-1 0,0 1 0,0-1 0,-1 0 0,1 0 0,0 1 0,0-1 0,-1 0 0,1 0 0,0 0 0,0-1 0,6-8 0,0 0 0,-1-1 0,9-21 0,0 3 0,-12 24 0,0 0 0,1 1 0,0 0 0,0-1 0,0 1 0,0 1 0,1-1 0,-1 0 0,1 1 0,0 0 0,0 0 0,0 1 0,0 0 0,1-1 0,-1 2 0,9-3 0,-9 4 0,0 0 0,0 0 0,0 0 0,0 1 0,0 0 0,0-1 0,0 2 0,-1-1 0,1 1 0,0 0 0,-1 0 0,1 0 0,-1 0 0,1 1 0,-1 0 0,0 0 0,0 0 0,6 7 0,-4-5 0,0 0 0,0-1 0,0 1 0,1-1 0,0 0 0,-1-1 0,1 0 0,1 0 0,-1 0 0,0-1 0,1 0 0,-1-1 0,1 1 0,-1-2 0,1 1 0,0-1 0,-1 0 0,11-1 0,543-2 0,-543 4 0,-1 1 0,32 7 0,30 4 0,-65-12 0,9 0 0,-36-8 0,-30-3 0,-2 1 0,-45-3 0,32 5 0,-203-40 0,121 24 0,107 18 0,-9-1 0,-64-18 0,-83-30 0,3 8 0,163 41 0,0 2 0,-29-2 0,27 4 0,-46-9 0,-27-4 0,19 5 0,37 3 0,-1 3 0,-82 4 0,-37-3 0,93-9 0,48 7 0,0 0 0,-31-1 0,16 4 0,-64-13 0,90 13 0,-39-5 0,-1 2 0,1 3 0,-77 7 0,122-5 0,0 0 0,-1 0 0,1 0 0,0 0 0,0 1 0,0 0 0,0 0 0,1 0 0,-1 0 0,0 1 0,1-1 0,0 1 0,-1 0 0,1 0 0,0 0 0,0 0 0,-4 7 0,-4 7 0,1 0 0,-13 33 0,2-7 0,6-12 0,11-22 0,0-1 0,0 0 0,-1-1 0,-8 12 0,11-17 0,0 1 0,-1-1 0,0 0 0,1 1 0,-1-1 0,0 0 0,0-1 0,0 1 0,0-1 0,-1 1 0,1-1 0,0 0 0,0 0 0,-1 0 0,-5 0 0,-43 3 0,-94-6 0,40-2 0,52 5 0,10 0 0,1-1 0,-1-3 0,-57-10 0,74 8 0,-50-1 0,49 4 0,-52-8 0,-82-14 0,131 19 0,1 1 0,-1 2 0,1 1 0,-36 4 0,-64-4 0,61-10 0,48 7 0,-1 1 0,-28-2 0,-110 8 0,-124-6 0,215-8 0,49 7 0,-1 0 0,-31-1 0,-1371 6 0,1396-2 0,-51-9 0,50 5 0,-48-2 0,5 7 0,22 1 0,1-2 0,-87-13 0,-57-14 0,145 24 0,1 1 0,-78 5 0,-50-2 0,91-11 0,50 6 0,-61-3 0,-1561 9 0,1652-1 0,0 0 0,-1 0 0,1 0 0,0 1 0,0-1 0,0 1 0,0 0 0,0 0 0,0 0 0,0 0 0,0 0 0,0 1 0,0 0 0,1-1 0,-1 1 0,1 0 0,-1 0 0,1 0 0,-1 1 0,-1 2 0,3-4 0,0 1 0,0 0 0,1 0 0,-1 0 0,1 0 0,-1 0 0,1 0 0,-1 1 0,1-1 0,0 0 0,0 0 0,0 0 0,0 0 0,1 0 0,-1 0 0,1 0 0,-1 0 0,1 0 0,-1 0 0,1 0 0,0 0 0,0 0 0,0 0 0,0 0 0,1-1 0,-1 1 0,0 0 0,1-1 0,-1 1 0,1-1 0,2 2 0,2 2 0,0-1 0,0 0 0,1 0 0,0 0 0,0-1 0,0 0 0,0-1 0,0 1 0,13 1 0,38 16 0,-48-16 0,-1 0 0,1-1 0,-1 0 0,1 0 0,0-1 0,0 0 0,17 0 0,78-4 0,-43-1 0,1872 3 0,-1916 1 0,-1 1 0,0 0 0,17 6 0,11 1 0,-81-11 0,-60 3 0,25 1 0,48-1 0,1 1 0,-30 7 0,-38 3 0,-31 0 0,-17-1 0,-1843-10-224,912-3 448,1042 1-224,-51-9 0,50 5 0,-48-2 0,46 6 0,-52 1 0,-91-13 0,36 4 0,94 8 0,-79-12 0,81 7 0,-1 2 0,-63 2 0,62 2 0,-1-2 0,-51-8 0,-2-4 0,0 4 0,-127 2 0,74-4 0,101 6 0,-55 0 0,-1069 7 0,645-2 0,506 0 0,1-1 0,-29-6 0,28 3 0,0 2 0,-27-1 0,2 4 0,28 1 0,0 0 0,0-2 0,0 0 0,0-1 0,1 0 0,-1-2 0,0-1 0,-33-12 0,37 12 0,0 0 0,0 1 0,-1 1 0,1 0 0,-1 1 0,-17 0 0,-35-5 0,-33-3 0,71 9 0,1-2 0,-30-6 0,-104-15 0,138 20 0,0 0 0,-41 1 0,40 2 0,1 0 0,-42-9 0,24 4 0,-1 1 0,0 2 0,-87 6 0,30-1 0,-412-2 0,489 2 0,0 0 0,-31 8 0,-4 1 0,-58 12 0,109-22 0,1 0 0,-1 1 0,1 0 0,0 0 0,-1 1 0,1 0 0,1 1 0,-1-1 0,0 1 0,1 0 0,0 1 0,0 0 0,0 0 0,0 0 0,-6 8 0,12-12 0,0-1 0,1 1 0,-1-1 0,0 1 0,0-1 0,0 0 0,1 1 0,-1-1 0,0 1 0,1-1 0,-1 0 0,0 1 0,1-1 0,-1 0 0,1 1 0,-1-1 0,0 0 0,1 1 0,-1-1 0,1 0 0,-1 0 0,1 0 0,-1 0 0,1 1 0,-1-1 0,1 0 0,-1 0 0,1 0 0,-1 0 0,1 0 0,-1 0 0,1 0 0,-1 0 0,1 0 0,-1 0 0,0-1 0,2 1 0,23 1 0,590-3 0,-582 3 0,50 10 0,26 1 0,39-14 0,80 4 0,-165 9 0,14 1 0,86 12 0,-155-24 0,-5 0 0,0-1 0,0 1 0,0 0 0,0 1 0,0-1 0,0 1 0,0-1 0,-1 1 0,1 0 0,0 0 0,0 0 0,0 0 0,2 2 0,-5-2 0,0-1 0,-1 1 0,1-1 0,0 1 0,-1-1 0,1 1 0,0-1 0,-1 1 0,1-1 0,-1 1 0,1-1 0,0 0 0,-1 1 0,1-1 0,-1 0 0,1 1 0,-1-1 0,0 0 0,1 1 0,-1-1 0,1 0 0,-1 0 0,0 0 0,1 0 0,-1 0 0,1 0 0,-1 0 0,0 0 0,1 0 0,-1 0 0,1 0 0,-2 0 0,-25 4 0,0-3 0,-19 2 0,-48 8 0,-15 10 0,-2-5 0,-146 4 0,209-18 0,-54 9 0,29-2 0,-5-1 0,-118 7 0,72-17 0,-161 4 0,188 8 0,-85 4 0,-351-15-1365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03-Sep-25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88078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3665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55715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7099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70499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2067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6795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4256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3632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89064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0266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87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171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79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90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03-Sep-25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16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6" r:id="rId15"/>
    <p:sldLayoutId id="2147483668" r:id="rId16"/>
    <p:sldLayoutId id="2147483651" r:id="rId17"/>
    <p:sldLayoutId id="2147483676" r:id="rId18"/>
    <p:sldLayoutId id="2147483678" r:id="rId19"/>
    <p:sldLayoutId id="2147483684" r:id="rId2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3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en.wikipedia.org/wiki/King_Lear" TargetMode="External"/><Relationship Id="rId5" Type="http://schemas.microsoft.com/office/2007/relationships/hdphoto" Target="../media/hdphoto3.wdp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 painting of a woman standing in front of other people">
            <a:extLst>
              <a:ext uri="{FF2B5EF4-FFF2-40B4-BE49-F238E27FC236}">
                <a16:creationId xmlns:a16="http://schemas.microsoft.com/office/drawing/2014/main" id="{6CCC0698-6599-4B09-9024-3C6C2DA17365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875" b="6875"/>
          <a:stretch>
            <a:fillRect/>
          </a:stretch>
        </p:blipFill>
        <p:spPr bwMode="auto">
          <a:xfrm>
            <a:off x="0" y="-75501"/>
            <a:ext cx="12460448" cy="700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FB9BCD-F2BC-4A82-8384-240A4D6AC891}"/>
              </a:ext>
            </a:extLst>
          </p:cNvPr>
          <p:cNvSpPr txBox="1"/>
          <p:nvPr/>
        </p:nvSpPr>
        <p:spPr>
          <a:xfrm>
            <a:off x="1764981" y="218125"/>
            <a:ext cx="7757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Drama Presentation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C277A3-505D-E181-C0B1-949889601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89269"/>
              </p:ext>
            </p:extLst>
          </p:nvPr>
        </p:nvGraphicFramePr>
        <p:xfrm>
          <a:off x="3090517" y="3482414"/>
          <a:ext cx="802976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302">
                  <a:extLst>
                    <a:ext uri="{9D8B030D-6E8A-4147-A177-3AD203B41FA5}">
                      <a16:colId xmlns:a16="http://schemas.microsoft.com/office/drawing/2014/main" val="3112743836"/>
                    </a:ext>
                  </a:extLst>
                </a:gridCol>
                <a:gridCol w="3063076">
                  <a:extLst>
                    <a:ext uri="{9D8B030D-6E8A-4147-A177-3AD203B41FA5}">
                      <a16:colId xmlns:a16="http://schemas.microsoft.com/office/drawing/2014/main" val="2763250439"/>
                    </a:ext>
                  </a:extLst>
                </a:gridCol>
                <a:gridCol w="3592389">
                  <a:extLst>
                    <a:ext uri="{9D8B030D-6E8A-4147-A177-3AD203B41FA5}">
                      <a16:colId xmlns:a16="http://schemas.microsoft.com/office/drawing/2014/main" val="913025123"/>
                    </a:ext>
                  </a:extLst>
                </a:gridCol>
              </a:tblGrid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10381"/>
                  </a:ext>
                </a:extLst>
              </a:tr>
              <a:tr h="3585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Irshia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Haque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2025-2-60-067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604505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Nabil Arefin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2025-2-60-068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13755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Md.Ashikur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Rahman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2025-2-60-070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06984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Tasnin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Ahammed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2025-2-60-072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919400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Nirod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Mahmud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Turjo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2025-2-60-074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012547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Sharia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Ibtesham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2025-2-77-096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32051"/>
                  </a:ext>
                </a:extLst>
              </a:tr>
              <a:tr h="3635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Jannatul Ferdous 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2025-2-77-166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804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BA37910-C808-0451-4CC7-0981D23D9E66}"/>
              </a:ext>
            </a:extLst>
          </p:cNvPr>
          <p:cNvSpPr txBox="1"/>
          <p:nvPr/>
        </p:nvSpPr>
        <p:spPr>
          <a:xfrm>
            <a:off x="6977535" y="1111276"/>
            <a:ext cx="644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-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4C188-2020-F091-AA67-D9A0E9CA7F88}"/>
              </a:ext>
            </a:extLst>
          </p:cNvPr>
          <p:cNvSpPr txBox="1"/>
          <p:nvPr/>
        </p:nvSpPr>
        <p:spPr>
          <a:xfrm>
            <a:off x="1496051" y="2682774"/>
            <a:ext cx="6449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List of Team Members: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4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244" y="302004"/>
            <a:ext cx="4062956" cy="1364564"/>
          </a:xfrm>
        </p:spPr>
        <p:txBody>
          <a:bodyPr>
            <a:norm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024" y="2233779"/>
            <a:ext cx="7097273" cy="4197731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King Lear is a renowned tragedy by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William Shakespeare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play chronicles the story of an elderly monarch who chooses to distribute his kingdom among his three daughters.</a:t>
            </a:r>
          </a:p>
          <a:p>
            <a:pPr algn="l"/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pivotal decision results in a sequence of betrayal, madness, and ultimately, tragic death.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884378" cy="365125"/>
          </a:xfrm>
        </p:spPr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495770C-0B6C-4CE3-8F47-C6C929C98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297" y="1933368"/>
            <a:ext cx="4374857" cy="451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167" y="-514342"/>
            <a:ext cx="4449097" cy="2431631"/>
          </a:xfrm>
        </p:spPr>
        <p:txBody>
          <a:bodyPr/>
          <a:lstStyle/>
          <a:p>
            <a:pPr algn="ctr"/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Setting of the Drama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992" y="2267253"/>
            <a:ext cx="6434356" cy="305975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cap="none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 Lear’s Royal Court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castles belonging to his three daughters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storm-ravaged heath, which powerfully symbolizes chaos and psychological turmoil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3B2F5C-D09B-2126-5784-589918E6E1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2736" y="533429"/>
            <a:ext cx="6393898" cy="1159388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narrative is set in ancient Britain.</a:t>
            </a:r>
          </a:p>
          <a:p>
            <a:pPr algn="l"/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locations depicted include: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75AA42-FD7F-4696-B2AF-8796CBFE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63" y="1007489"/>
            <a:ext cx="3392424" cy="2074373"/>
          </a:xfrm>
        </p:spPr>
        <p:txBody>
          <a:bodyPr/>
          <a:lstStyle/>
          <a:p>
            <a:pPr algn="ctr"/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Themes of the Drama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BA34F4-1150-45E2-90E8-00796115D1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26341" y="1896723"/>
            <a:ext cx="6686026" cy="42943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nature and abuse of power and authority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Betrayal versus loyalty among family and subjects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pursuit of justice and the prevalence of injustice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interplay of madness and blindness, both literal and metaphorical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complexities of familial relationships</a:t>
            </a:r>
          </a:p>
          <a:p>
            <a:pPr marL="0" indent="0">
              <a:buNone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40569-A6C8-4B2C-A5A9-6A14B9771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56376-A850-4DA8-8064-354B4A91B3C1}"/>
              </a:ext>
            </a:extLst>
          </p:cNvPr>
          <p:cNvSpPr txBox="1"/>
          <p:nvPr/>
        </p:nvSpPr>
        <p:spPr>
          <a:xfrm>
            <a:off x="5074302" y="942616"/>
            <a:ext cx="6686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Central themes explored within the play are: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83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6A31-C6BE-4695-BE23-D59DA7F9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6361" y="404615"/>
            <a:ext cx="3592932" cy="1824911"/>
          </a:xfrm>
        </p:spPr>
        <p:txBody>
          <a:bodyPr>
            <a:normAutofit/>
          </a:bodyPr>
          <a:lstStyle/>
          <a:p>
            <a:pPr algn="ctr"/>
            <a:r>
              <a:rPr lang="en-US" sz="3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Characters of the Drama</a:t>
            </a:r>
            <a:br>
              <a:rPr lang="en-US" sz="3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(part 1)</a:t>
            </a:r>
            <a:endParaRPr lang="en-US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32E3D-FE59-4FCC-989A-99D81E90C3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3193" y="1123076"/>
            <a:ext cx="5276088" cy="664828"/>
          </a:xfrm>
        </p:spPr>
        <p:txBody>
          <a:bodyPr/>
          <a:lstStyle/>
          <a:p>
            <a:pPr marL="0" indent="0" algn="l">
              <a:buNone/>
            </a:pPr>
            <a:r>
              <a:rPr lang="en-US" sz="30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figures in the drama include: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C5120-244A-46B7-B4E5-BABC25C6F1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3193" y="1817941"/>
            <a:ext cx="6109394" cy="358456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King Lear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The aging sovereign whose actions drive the narrative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Goneril and Regan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The manipulative and treacherous elder daughters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Cordelia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The youngest daughter, and embodiment of loyalty and integrity</a:t>
            </a:r>
          </a:p>
          <a:p>
            <a:endParaRPr lang="en-US" sz="2800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575A9-CA07-4100-AC07-3BE91E9D86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76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9616-85A7-427C-A4F5-58F438F1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3" y="1250966"/>
            <a:ext cx="3594379" cy="180195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Characters of the Drama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155AF-0FC4-4D90-8E9F-E0DF8FAD2F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94790" y="1904302"/>
            <a:ext cx="6350466" cy="328009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Fool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Serves as the voice of wisdom, insight, and candid truth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Gloucester, Edmund, and Edgar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Characters whose parallel stories underscore the play's tragic elements</a:t>
            </a:r>
          </a:p>
          <a:p>
            <a:pPr marL="0" indent="0" algn="l">
              <a:buNone/>
            </a:pPr>
            <a:b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3FD04-57E4-452C-8235-9BD2F6BD3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98C54-F910-4010-A98D-67B83010721E}"/>
              </a:ext>
            </a:extLst>
          </p:cNvPr>
          <p:cNvSpPr txBox="1"/>
          <p:nvPr/>
        </p:nvSpPr>
        <p:spPr>
          <a:xfrm>
            <a:off x="5107651" y="1118240"/>
            <a:ext cx="552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figures in the drama include:</a:t>
            </a:r>
          </a:p>
        </p:txBody>
      </p:sp>
    </p:spTree>
    <p:extLst>
      <p:ext uri="{BB962C8B-B14F-4D97-AF65-F5344CB8AC3E}">
        <p14:creationId xmlns:p14="http://schemas.microsoft.com/office/powerpoint/2010/main" val="19189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D7AA-6C22-4B36-8899-D07C2347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474" y="-217230"/>
            <a:ext cx="5086526" cy="226875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Drama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 Today’s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CB61-CBB2-4F79-9B20-342C818604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0555" y="683702"/>
            <a:ext cx="6844919" cy="148036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King Lear maintains contemporary relevance due to its profound reflection of:</a:t>
            </a:r>
          </a:p>
          <a:p>
            <a:pPr marL="0" indent="0" algn="l">
              <a:buNone/>
            </a:pP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D875B-40F0-4670-A05B-A73C1668F3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7" y="2051528"/>
            <a:ext cx="6172787" cy="412277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corrupting influence of power and ambition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Enduring family conflicts and generational misunderstandings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far-reaching consequences of prideful decisions and a lack of discernment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Broader issues of social justice and the universal experience of human suffering</a:t>
            </a:r>
          </a:p>
          <a:p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6492-0707-4AC8-AB8E-903482CE89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title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B04C7-087D-41A7-91CA-90854E943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17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099B-F342-4BB9-B8E4-18C12616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69" y="1802550"/>
            <a:ext cx="4240343" cy="21352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Moral of the Story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D96F8-C1FB-4F63-9A14-0D2984D78C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2048465"/>
            <a:ext cx="5793940" cy="3362433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peril inherent in excessive pride and arrogance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essential worth of honesty, loyalty, and sincerity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destructive capacity of greed and betrayal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15BD1-F8D2-472B-AD81-DAFF804E4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3EA9E-9E33-41C6-8F9A-2C3E9E4CB659}"/>
              </a:ext>
            </a:extLst>
          </p:cNvPr>
          <p:cNvSpPr txBox="1"/>
          <p:nvPr/>
        </p:nvSpPr>
        <p:spPr>
          <a:xfrm>
            <a:off x="5724144" y="1052519"/>
            <a:ext cx="5226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Moral Lessons:</a:t>
            </a:r>
          </a:p>
        </p:txBody>
      </p:sp>
    </p:spTree>
    <p:extLst>
      <p:ext uri="{BB962C8B-B14F-4D97-AF65-F5344CB8AC3E}">
        <p14:creationId xmlns:p14="http://schemas.microsoft.com/office/powerpoint/2010/main" val="89122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2C19-021D-4A7C-BBBE-04E1B5A4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997" y="0"/>
            <a:ext cx="4124551" cy="205352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A6603-831D-4D69-A313-51037E4AB3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452" y="1994875"/>
            <a:ext cx="6588971" cy="2560348"/>
          </a:xfrm>
        </p:spPr>
        <p:txBody>
          <a:bodyPr/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King Lear transcends its historical context, serving not only as the tale of a king, but as a timeless meditation on human vulnerability, the complexities of love, and the ongoing quest for redemption.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BF20-F79E-4CF4-AB90-D9ADEBD38E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15E1E22-6909-4441-9003-38E9635CD0C5}"/>
                  </a:ext>
                </a:extLst>
              </p14:cNvPr>
              <p14:cNvContentPartPr/>
              <p14:nvPr/>
            </p14:nvContentPartPr>
            <p14:xfrm>
              <a:off x="7129978" y="1627147"/>
              <a:ext cx="217440" cy="215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15E1E22-6909-4441-9003-38E9635CD0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0978" y="1618147"/>
                <a:ext cx="23508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77FF0B6-D875-4565-B624-2590FB6048A5}"/>
              </a:ext>
            </a:extLst>
          </p:cNvPr>
          <p:cNvGrpSpPr/>
          <p:nvPr/>
        </p:nvGrpSpPr>
        <p:grpSpPr>
          <a:xfrm>
            <a:off x="704338" y="1559827"/>
            <a:ext cx="6490080" cy="258120"/>
            <a:chOff x="704338" y="1559827"/>
            <a:chExt cx="64900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0C7C00-B043-4B01-B882-4AB61A72F228}"/>
                    </a:ext>
                  </a:extLst>
                </p14:cNvPr>
                <p14:cNvContentPartPr/>
                <p14:nvPr/>
              </p14:nvContentPartPr>
              <p14:xfrm>
                <a:off x="1199338" y="1686187"/>
                <a:ext cx="1269360" cy="9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40C7C00-B043-4B01-B882-4AB61A72F2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0338" y="1677547"/>
                  <a:ext cx="1287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A6891E-DCCD-46BB-9208-6A285C307342}"/>
                    </a:ext>
                  </a:extLst>
                </p14:cNvPr>
                <p14:cNvContentPartPr/>
                <p14:nvPr/>
              </p14:nvContentPartPr>
              <p14:xfrm>
                <a:off x="704338" y="1559827"/>
                <a:ext cx="1090080" cy="161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A6891E-DCCD-46BB-9208-6A285C307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5338" y="1551187"/>
                  <a:ext cx="1107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41735A-275B-49BF-8F2E-CB6F859FE89A}"/>
                    </a:ext>
                  </a:extLst>
                </p14:cNvPr>
                <p14:cNvContentPartPr/>
                <p14:nvPr/>
              </p14:nvContentPartPr>
              <p14:xfrm>
                <a:off x="1259458" y="1633267"/>
                <a:ext cx="380160" cy="12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41735A-275B-49BF-8F2E-CB6F859FE8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0818" y="1624267"/>
                  <a:ext cx="397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A5EB8D-AD89-49BA-8CCD-87F6659DCE8A}"/>
                    </a:ext>
                  </a:extLst>
                </p14:cNvPr>
                <p14:cNvContentPartPr/>
                <p14:nvPr/>
              </p14:nvContentPartPr>
              <p14:xfrm>
                <a:off x="1492738" y="1702387"/>
                <a:ext cx="1215360" cy="1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A5EB8D-AD89-49BA-8CCD-87F6659DCE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4098" y="1693387"/>
                  <a:ext cx="1233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DAC31A-07B7-4345-BFC4-102A6367D06E}"/>
                    </a:ext>
                  </a:extLst>
                </p14:cNvPr>
                <p14:cNvContentPartPr/>
                <p14:nvPr/>
              </p14:nvContentPartPr>
              <p14:xfrm>
                <a:off x="939058" y="1613107"/>
                <a:ext cx="6255360" cy="204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DAC31A-07B7-4345-BFC4-102A6367D0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6058" y="1550107"/>
                  <a:ext cx="6381000" cy="33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1554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DFD5ABD-6171-4480-9C2F-D2E5C3E3AA3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23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outerShdw blurRad="114300" dist="50800" dir="612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F6BC78-82E5-4590-82FA-EE69C3467CDF}"/>
              </a:ext>
            </a:extLst>
          </p:cNvPr>
          <p:cNvSpPr txBox="1"/>
          <p:nvPr/>
        </p:nvSpPr>
        <p:spPr>
          <a:xfrm>
            <a:off x="4130636" y="4647450"/>
            <a:ext cx="5839274" cy="1605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https://en.wikipedia.org/wiki/King_Lear</a:t>
            </a:r>
            <a:endParaRPr lang="en-US" sz="2400" b="1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 </a:t>
            </a:r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ear, artist sir John Gilbert-1873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King Lear, artist </a:t>
            </a:r>
            <a:r>
              <a:rPr lang="en-US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Robert </a:t>
            </a:r>
            <a:r>
              <a:rPr lang="en-US" sz="2400" b="1" i="0" dirty="0" err="1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Hillingford</a:t>
            </a:r>
            <a:endParaRPr lang="en-US" sz="2400" b="1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562352-D30C-486B-B91D-BE5C9F9818F2}"/>
              </a:ext>
            </a:extLst>
          </p:cNvPr>
          <p:cNvSpPr txBox="1"/>
          <p:nvPr/>
        </p:nvSpPr>
        <p:spPr>
          <a:xfrm>
            <a:off x="4360695" y="2425458"/>
            <a:ext cx="6327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</TotalTime>
  <Words>464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Introduction</vt:lpstr>
      <vt:lpstr>Setting of the Drama </vt:lpstr>
      <vt:lpstr>Themes of the Drama </vt:lpstr>
      <vt:lpstr>Characters of the Drama (part 1)</vt:lpstr>
      <vt:lpstr>Characters of the Drama (part 2)</vt:lpstr>
      <vt:lpstr>Significance of the Drama  in Today’s World</vt:lpstr>
      <vt:lpstr>Moral of the Story  &amp;  Conclusion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Irshia Haque</dc:creator>
  <cp:lastModifiedBy>User</cp:lastModifiedBy>
  <cp:revision>3</cp:revision>
  <dcterms:created xsi:type="dcterms:W3CDTF">2025-09-02T14:30:10Z</dcterms:created>
  <dcterms:modified xsi:type="dcterms:W3CDTF">2025-09-02T21:41:35Z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