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0" r:id="rId1"/>
  </p:sldMasterIdLst>
  <p:sldIdLst>
    <p:sldId id="256" r:id="rId2"/>
    <p:sldId id="257" r:id="rId3"/>
    <p:sldId id="270" r:id="rId4"/>
    <p:sldId id="271" r:id="rId5"/>
    <p:sldId id="267" r:id="rId6"/>
    <p:sldId id="268" r:id="rId7"/>
    <p:sldId id="258" r:id="rId8"/>
    <p:sldId id="259" r:id="rId9"/>
    <p:sldId id="260" r:id="rId10"/>
    <p:sldId id="261" r:id="rId11"/>
    <p:sldId id="262" r:id="rId12"/>
    <p:sldId id="263" r:id="rId13"/>
    <p:sldId id="264" r:id="rId14"/>
    <p:sldId id="265" r:id="rId15"/>
    <p:sldId id="266"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4CFD00-3C16-4923-BE0E-F8EED314FAF7}">
          <p14:sldIdLst>
            <p14:sldId id="256"/>
            <p14:sldId id="257"/>
            <p14:sldId id="270"/>
            <p14:sldId id="271"/>
            <p14:sldId id="267"/>
            <p14:sldId id="268"/>
            <p14:sldId id="258"/>
            <p14:sldId id="259"/>
            <p14:sldId id="260"/>
            <p14:sldId id="261"/>
            <p14:sldId id="262"/>
            <p14:sldId id="263"/>
            <p14:sldId id="264"/>
            <p14:sldId id="265"/>
            <p14:sldId id="266"/>
            <p14:sldId id="2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59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DE7D9-7059-46C8-AF7C-302A93C39C30}" type="doc">
      <dgm:prSet loTypeId="urn:microsoft.com/office/officeart/2005/8/layout/vList2" loCatId="list" qsTypeId="urn:microsoft.com/office/officeart/2005/8/quickstyle/simple3" qsCatId="simple" csTypeId="urn:microsoft.com/office/officeart/2005/8/colors/accent4_4" csCatId="accent4" phldr="1"/>
      <dgm:spPr/>
      <dgm:t>
        <a:bodyPr/>
        <a:lstStyle/>
        <a:p>
          <a:endParaRPr lang="en-US"/>
        </a:p>
      </dgm:t>
    </dgm:pt>
    <dgm:pt modelId="{31788131-317A-4CB0-8DCE-941567368647}">
      <dgm:prSet custT="1"/>
      <dgm:spPr>
        <a:solidFill>
          <a:schemeClr val="accent4"/>
        </a:solidFill>
      </dgm:spPr>
      <dgm:t>
        <a:bodyPr/>
        <a:lstStyle/>
        <a:p>
          <a:pPr algn="ctr"/>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Ceremony Seat Management  System</a:t>
          </a:r>
          <a:b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Group:2</a:t>
          </a:r>
          <a:endParaRPr lang="en-US" sz="3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9DBBD43A-4DAC-4E48-8F39-C479F3347805}" type="sibTrans" cxnId="{D6C4EBCD-33D2-439E-A8E1-63C42D3B01AF}">
      <dgm:prSet/>
      <dgm:spPr/>
      <dgm:t>
        <a:bodyPr/>
        <a:lstStyle/>
        <a:p>
          <a:endParaRPr lang="en-US"/>
        </a:p>
      </dgm:t>
    </dgm:pt>
    <dgm:pt modelId="{D03D4683-3427-4137-B1D0-A9A78C295445}" type="parTrans" cxnId="{D6C4EBCD-33D2-439E-A8E1-63C42D3B01AF}">
      <dgm:prSet/>
      <dgm:spPr/>
      <dgm:t>
        <a:bodyPr/>
        <a:lstStyle/>
        <a:p>
          <a:endParaRPr lang="en-US"/>
        </a:p>
      </dgm:t>
    </dgm:pt>
    <dgm:pt modelId="{88832E05-CC96-48BE-B75B-8CD14E4B19BF}" type="pres">
      <dgm:prSet presAssocID="{A89DE7D9-7059-46C8-AF7C-302A93C39C30}" presName="linear" presStyleCnt="0">
        <dgm:presLayoutVars>
          <dgm:animLvl val="lvl"/>
          <dgm:resizeHandles val="exact"/>
        </dgm:presLayoutVars>
      </dgm:prSet>
      <dgm:spPr/>
    </dgm:pt>
    <dgm:pt modelId="{D49E2046-F343-49A7-91AC-0440DA1DDF17}" type="pres">
      <dgm:prSet presAssocID="{31788131-317A-4CB0-8DCE-941567368647}" presName="parentText" presStyleLbl="node1" presStyleIdx="0" presStyleCnt="1" custScaleY="335478">
        <dgm:presLayoutVars>
          <dgm:chMax val="0"/>
          <dgm:bulletEnabled val="1"/>
        </dgm:presLayoutVars>
      </dgm:prSet>
      <dgm:spPr/>
    </dgm:pt>
  </dgm:ptLst>
  <dgm:cxnLst>
    <dgm:cxn modelId="{EB2CED13-F29A-4C53-B6AA-54B8ABDFE129}" type="presOf" srcId="{31788131-317A-4CB0-8DCE-941567368647}" destId="{D49E2046-F343-49A7-91AC-0440DA1DDF17}" srcOrd="0" destOrd="0" presId="urn:microsoft.com/office/officeart/2005/8/layout/vList2"/>
    <dgm:cxn modelId="{72F2407D-DBED-4756-A264-93FF767D0A6B}" type="presOf" srcId="{A89DE7D9-7059-46C8-AF7C-302A93C39C30}" destId="{88832E05-CC96-48BE-B75B-8CD14E4B19BF}" srcOrd="0" destOrd="0" presId="urn:microsoft.com/office/officeart/2005/8/layout/vList2"/>
    <dgm:cxn modelId="{D6C4EBCD-33D2-439E-A8E1-63C42D3B01AF}" srcId="{A89DE7D9-7059-46C8-AF7C-302A93C39C30}" destId="{31788131-317A-4CB0-8DCE-941567368647}" srcOrd="0" destOrd="0" parTransId="{D03D4683-3427-4137-B1D0-A9A78C295445}" sibTransId="{9DBBD43A-4DAC-4E48-8F39-C479F3347805}"/>
    <dgm:cxn modelId="{614366F2-2491-41A1-9683-63DBF625409A}" type="presParOf" srcId="{88832E05-CC96-48BE-B75B-8CD14E4B19BF}" destId="{D49E2046-F343-49A7-91AC-0440DA1DDF1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88D1E3-29D5-4744-8C76-A1BB16CE3CF1}" type="doc">
      <dgm:prSet loTypeId="urn:microsoft.com/office/officeart/2005/8/layout/vList2" loCatId="list" qsTypeId="urn:microsoft.com/office/officeart/2005/8/quickstyle/simple3" qsCatId="simple" csTypeId="urn:microsoft.com/office/officeart/2005/8/colors/accent4_4" csCatId="accent4" phldr="1"/>
      <dgm:spPr/>
      <dgm:t>
        <a:bodyPr/>
        <a:lstStyle/>
        <a:p>
          <a:endParaRPr lang="en-US"/>
        </a:p>
      </dgm:t>
    </dgm:pt>
    <dgm:pt modelId="{1C4CB7DE-96AF-4255-914C-D7408BC85B27}">
      <dgm:prSet/>
      <dgm:spPr>
        <a:solidFill>
          <a:schemeClr val="accent4"/>
        </a:solidFill>
      </dgm:spPr>
      <dgm:t>
        <a:bodyPr/>
        <a:lstStyle/>
        <a:p>
          <a:r>
            <a:rPr lang="en-US" b="1"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the Ceremony Seat Management System</a:t>
          </a:r>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F3048070-CA05-41AB-AB9B-DF2AF4DD0B61}" type="parTrans" cxnId="{FABE57A7-6B7F-4549-8442-B04E2DBD8529}">
      <dgm:prSet/>
      <dgm:spPr/>
      <dgm:t>
        <a:bodyPr/>
        <a:lstStyle/>
        <a:p>
          <a:endParaRPr lang="en-US"/>
        </a:p>
      </dgm:t>
    </dgm:pt>
    <dgm:pt modelId="{F545C5C4-A754-40A0-9BF1-1D7783491A12}" type="sibTrans" cxnId="{FABE57A7-6B7F-4549-8442-B04E2DBD8529}">
      <dgm:prSet/>
      <dgm:spPr/>
      <dgm:t>
        <a:bodyPr/>
        <a:lstStyle/>
        <a:p>
          <a:endParaRPr lang="en-US"/>
        </a:p>
      </dgm:t>
    </dgm:pt>
    <dgm:pt modelId="{0B561D60-688C-44D0-B4CA-B3A93F597B7B}" type="pres">
      <dgm:prSet presAssocID="{8E88D1E3-29D5-4744-8C76-A1BB16CE3CF1}" presName="linear" presStyleCnt="0">
        <dgm:presLayoutVars>
          <dgm:animLvl val="lvl"/>
          <dgm:resizeHandles val="exact"/>
        </dgm:presLayoutVars>
      </dgm:prSet>
      <dgm:spPr/>
    </dgm:pt>
    <dgm:pt modelId="{F0F231C1-D203-4B24-8E09-CC56090CF84F}" type="pres">
      <dgm:prSet presAssocID="{1C4CB7DE-96AF-4255-914C-D7408BC85B27}" presName="parentText" presStyleLbl="node1" presStyleIdx="0" presStyleCnt="1" custLinFactNeighborX="8998" custLinFactNeighborY="7493">
        <dgm:presLayoutVars>
          <dgm:chMax val="0"/>
          <dgm:bulletEnabled val="1"/>
        </dgm:presLayoutVars>
      </dgm:prSet>
      <dgm:spPr/>
    </dgm:pt>
  </dgm:ptLst>
  <dgm:cxnLst>
    <dgm:cxn modelId="{47CBE780-C5A3-4F45-9B6E-1EDAA4722191}" type="presOf" srcId="{1C4CB7DE-96AF-4255-914C-D7408BC85B27}" destId="{F0F231C1-D203-4B24-8E09-CC56090CF84F}" srcOrd="0" destOrd="0" presId="urn:microsoft.com/office/officeart/2005/8/layout/vList2"/>
    <dgm:cxn modelId="{FABE57A7-6B7F-4549-8442-B04E2DBD8529}" srcId="{8E88D1E3-29D5-4744-8C76-A1BB16CE3CF1}" destId="{1C4CB7DE-96AF-4255-914C-D7408BC85B27}" srcOrd="0" destOrd="0" parTransId="{F3048070-CA05-41AB-AB9B-DF2AF4DD0B61}" sibTransId="{F545C5C4-A754-40A0-9BF1-1D7783491A12}"/>
    <dgm:cxn modelId="{CA4AFDAF-EE64-406E-A571-205C79BF7483}" type="presOf" srcId="{8E88D1E3-29D5-4744-8C76-A1BB16CE3CF1}" destId="{0B561D60-688C-44D0-B4CA-B3A93F597B7B}" srcOrd="0" destOrd="0" presId="urn:microsoft.com/office/officeart/2005/8/layout/vList2"/>
    <dgm:cxn modelId="{CE65ECF5-432C-449E-91FF-9E603018C8F2}" type="presParOf" srcId="{0B561D60-688C-44D0-B4CA-B3A93F597B7B}" destId="{F0F231C1-D203-4B24-8E09-CC56090CF84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5FA977-AFD9-403C-90A7-B354A87EAEAE}" type="doc">
      <dgm:prSet loTypeId="urn:microsoft.com/office/officeart/2005/8/layout/target3" loCatId="relationship" qsTypeId="urn:microsoft.com/office/officeart/2005/8/quickstyle/simple1" qsCatId="simple" csTypeId="urn:microsoft.com/office/officeart/2005/8/colors/accent4_4" csCatId="accent4"/>
      <dgm:spPr/>
      <dgm:t>
        <a:bodyPr/>
        <a:lstStyle/>
        <a:p>
          <a:endParaRPr lang="en-US"/>
        </a:p>
      </dgm:t>
    </dgm:pt>
    <dgm:pt modelId="{7D871B11-D539-42FB-B77D-F3ED4CDBF8F2}">
      <dgm:prSet/>
      <dgm:spPr/>
      <dgm:t>
        <a:bodyPr/>
        <a:lstStyle/>
        <a:p>
          <a:r>
            <a:rPr lang="en-US" dirty="0"/>
            <a:t>The Ceremony Seat Management System is a text-based C program that is developed to arrange seat plans for various events such as conferences, wedding receptions , graduation ceremonies and other gatherings. The system helps the organizer to arrange seats by choosing how many rows there are and how many seats are in each row. Then they can book seats, cancel bookings, change seat assignments, and see the current seating plan. </a:t>
          </a:r>
        </a:p>
      </dgm:t>
    </dgm:pt>
    <dgm:pt modelId="{4390FB5E-FD3F-4B80-B3BF-CAE77DF80290}" type="parTrans" cxnId="{5F7148EA-5B60-49DF-93BF-BB28EBE93291}">
      <dgm:prSet/>
      <dgm:spPr/>
      <dgm:t>
        <a:bodyPr/>
        <a:lstStyle/>
        <a:p>
          <a:endParaRPr lang="en-US"/>
        </a:p>
      </dgm:t>
    </dgm:pt>
    <dgm:pt modelId="{EEC19FB4-FC6D-404D-BABB-2AE548703A98}" type="sibTrans" cxnId="{5F7148EA-5B60-49DF-93BF-BB28EBE93291}">
      <dgm:prSet/>
      <dgm:spPr/>
      <dgm:t>
        <a:bodyPr/>
        <a:lstStyle/>
        <a:p>
          <a:endParaRPr lang="en-US"/>
        </a:p>
      </dgm:t>
    </dgm:pt>
    <dgm:pt modelId="{4CB31D4F-18CB-42EB-9013-487E1859E4E3}" type="pres">
      <dgm:prSet presAssocID="{B75FA977-AFD9-403C-90A7-B354A87EAEAE}" presName="Name0" presStyleCnt="0">
        <dgm:presLayoutVars>
          <dgm:chMax val="7"/>
          <dgm:dir/>
          <dgm:animLvl val="lvl"/>
          <dgm:resizeHandles val="exact"/>
        </dgm:presLayoutVars>
      </dgm:prSet>
      <dgm:spPr/>
    </dgm:pt>
    <dgm:pt modelId="{5229A615-E5BE-4AAC-B7BE-B60709C5659D}" type="pres">
      <dgm:prSet presAssocID="{7D871B11-D539-42FB-B77D-F3ED4CDBF8F2}" presName="circle1" presStyleLbl="node1" presStyleIdx="0" presStyleCnt="1" custLinFactNeighborX="-30" custLinFactNeighborY="956"/>
      <dgm:spPr>
        <a:solidFill>
          <a:schemeClr val="accent4"/>
        </a:solidFill>
      </dgm:spPr>
    </dgm:pt>
    <dgm:pt modelId="{1B0B9EB2-C2D8-4AE3-A436-017CFFCB6B2A}" type="pres">
      <dgm:prSet presAssocID="{7D871B11-D539-42FB-B77D-F3ED4CDBF8F2}" presName="space" presStyleCnt="0"/>
      <dgm:spPr/>
    </dgm:pt>
    <dgm:pt modelId="{02C3961D-607B-453E-9F17-DF9C31E00E3B}" type="pres">
      <dgm:prSet presAssocID="{7D871B11-D539-42FB-B77D-F3ED4CDBF8F2}" presName="rect1" presStyleLbl="alignAcc1" presStyleIdx="0" presStyleCnt="1"/>
      <dgm:spPr/>
    </dgm:pt>
    <dgm:pt modelId="{92B43534-E6BD-4806-978D-4FD78AD74D22}" type="pres">
      <dgm:prSet presAssocID="{7D871B11-D539-42FB-B77D-F3ED4CDBF8F2}" presName="rect1ParTxNoCh" presStyleLbl="alignAcc1" presStyleIdx="0" presStyleCnt="1">
        <dgm:presLayoutVars>
          <dgm:chMax val="1"/>
          <dgm:bulletEnabled val="1"/>
        </dgm:presLayoutVars>
      </dgm:prSet>
      <dgm:spPr/>
    </dgm:pt>
  </dgm:ptLst>
  <dgm:cxnLst>
    <dgm:cxn modelId="{9ED5E125-CB86-4EAF-9C5D-807E95883865}" type="presOf" srcId="{7D871B11-D539-42FB-B77D-F3ED4CDBF8F2}" destId="{02C3961D-607B-453E-9F17-DF9C31E00E3B}" srcOrd="0" destOrd="0" presId="urn:microsoft.com/office/officeart/2005/8/layout/target3"/>
    <dgm:cxn modelId="{ED621D76-383C-44D1-9953-DBF0797C81A0}" type="presOf" srcId="{7D871B11-D539-42FB-B77D-F3ED4CDBF8F2}" destId="{92B43534-E6BD-4806-978D-4FD78AD74D22}" srcOrd="1" destOrd="0" presId="urn:microsoft.com/office/officeart/2005/8/layout/target3"/>
    <dgm:cxn modelId="{5243EFBA-768D-4349-B095-96669A7960C4}" type="presOf" srcId="{B75FA977-AFD9-403C-90A7-B354A87EAEAE}" destId="{4CB31D4F-18CB-42EB-9013-487E1859E4E3}" srcOrd="0" destOrd="0" presId="urn:microsoft.com/office/officeart/2005/8/layout/target3"/>
    <dgm:cxn modelId="{5F7148EA-5B60-49DF-93BF-BB28EBE93291}" srcId="{B75FA977-AFD9-403C-90A7-B354A87EAEAE}" destId="{7D871B11-D539-42FB-B77D-F3ED4CDBF8F2}" srcOrd="0" destOrd="0" parTransId="{4390FB5E-FD3F-4B80-B3BF-CAE77DF80290}" sibTransId="{EEC19FB4-FC6D-404D-BABB-2AE548703A98}"/>
    <dgm:cxn modelId="{6EE5E961-508E-4188-A5F0-BBAC2F0832CB}" type="presParOf" srcId="{4CB31D4F-18CB-42EB-9013-487E1859E4E3}" destId="{5229A615-E5BE-4AAC-B7BE-B60709C5659D}" srcOrd="0" destOrd="0" presId="urn:microsoft.com/office/officeart/2005/8/layout/target3"/>
    <dgm:cxn modelId="{A4AF8334-B8A2-4D4A-AC44-6B4F02CDCA2D}" type="presParOf" srcId="{4CB31D4F-18CB-42EB-9013-487E1859E4E3}" destId="{1B0B9EB2-C2D8-4AE3-A436-017CFFCB6B2A}" srcOrd="1" destOrd="0" presId="urn:microsoft.com/office/officeart/2005/8/layout/target3"/>
    <dgm:cxn modelId="{F3C3C828-4998-481A-A3A6-F6C6A1E1FA68}" type="presParOf" srcId="{4CB31D4F-18CB-42EB-9013-487E1859E4E3}" destId="{02C3961D-607B-453E-9F17-DF9C31E00E3B}" srcOrd="2" destOrd="0" presId="urn:microsoft.com/office/officeart/2005/8/layout/target3"/>
    <dgm:cxn modelId="{646F083D-8B54-45F3-8AEA-0880C05F556F}" type="presParOf" srcId="{4CB31D4F-18CB-42EB-9013-487E1859E4E3}" destId="{92B43534-E6BD-4806-978D-4FD78AD74D22}" srcOrd="3"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36F853-C1B1-4DD0-883B-37011FD7A13C}" type="doc">
      <dgm:prSet loTypeId="urn:microsoft.com/office/officeart/2005/8/layout/process1" loCatId="process" qsTypeId="urn:microsoft.com/office/officeart/2005/8/quickstyle/simple1" qsCatId="simple" csTypeId="urn:microsoft.com/office/officeart/2005/8/colors/accent4_4" csCatId="accent4" phldr="1"/>
      <dgm:spPr/>
      <dgm:t>
        <a:bodyPr/>
        <a:lstStyle/>
        <a:p>
          <a:endParaRPr lang="en-US"/>
        </a:p>
      </dgm:t>
    </dgm:pt>
    <dgm:pt modelId="{062AD760-736C-4D42-AF3A-193A6B06F01D}">
      <dgm:prSet/>
      <dgm:spPr>
        <a:solidFill>
          <a:schemeClr val="accent4"/>
        </a:solidFill>
        <a:ln>
          <a:solidFill>
            <a:schemeClr val="bg1"/>
          </a:solidFill>
        </a:ln>
      </dgm:spPr>
      <dgm:t>
        <a:bodyPr/>
        <a:lstStyle/>
        <a:p>
          <a:r>
            <a:rPr lang="en-US"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dgm:t>
    </dgm:pt>
    <dgm:pt modelId="{A62B0E8B-C126-45CD-B17B-8FB989FB3170}" type="parTrans" cxnId="{82667B7B-39BB-49DE-ADFB-84BFDA2AA6D2}">
      <dgm:prSet/>
      <dgm:spPr/>
      <dgm:t>
        <a:bodyPr/>
        <a:lstStyle/>
        <a:p>
          <a:endParaRPr lang="en-US"/>
        </a:p>
      </dgm:t>
    </dgm:pt>
    <dgm:pt modelId="{508E41A6-7388-42F4-8C8C-F174FB31AB29}" type="sibTrans" cxnId="{82667B7B-39BB-49DE-ADFB-84BFDA2AA6D2}">
      <dgm:prSet/>
      <dgm:spPr/>
      <dgm:t>
        <a:bodyPr/>
        <a:lstStyle/>
        <a:p>
          <a:endParaRPr lang="en-US"/>
        </a:p>
      </dgm:t>
    </dgm:pt>
    <dgm:pt modelId="{E2D83BEA-8DA1-4ED0-B758-828B676180E0}" type="pres">
      <dgm:prSet presAssocID="{1E36F853-C1B1-4DD0-883B-37011FD7A13C}" presName="Name0" presStyleCnt="0">
        <dgm:presLayoutVars>
          <dgm:dir/>
          <dgm:resizeHandles val="exact"/>
        </dgm:presLayoutVars>
      </dgm:prSet>
      <dgm:spPr/>
    </dgm:pt>
    <dgm:pt modelId="{98D2BBF7-5E93-455D-98FE-58F11DEC2672}" type="pres">
      <dgm:prSet presAssocID="{062AD760-736C-4D42-AF3A-193A6B06F01D}" presName="node" presStyleLbl="node1" presStyleIdx="0" presStyleCnt="1" custLinFactY="14415" custLinFactNeighborX="-14498" custLinFactNeighborY="100000">
        <dgm:presLayoutVars>
          <dgm:bulletEnabled val="1"/>
        </dgm:presLayoutVars>
      </dgm:prSet>
      <dgm:spPr/>
    </dgm:pt>
  </dgm:ptLst>
  <dgm:cxnLst>
    <dgm:cxn modelId="{5DC5644C-01CF-47AF-8402-1867BF556649}" type="presOf" srcId="{1E36F853-C1B1-4DD0-883B-37011FD7A13C}" destId="{E2D83BEA-8DA1-4ED0-B758-828B676180E0}" srcOrd="0" destOrd="0" presId="urn:microsoft.com/office/officeart/2005/8/layout/process1"/>
    <dgm:cxn modelId="{82667B7B-39BB-49DE-ADFB-84BFDA2AA6D2}" srcId="{1E36F853-C1B1-4DD0-883B-37011FD7A13C}" destId="{062AD760-736C-4D42-AF3A-193A6B06F01D}" srcOrd="0" destOrd="0" parTransId="{A62B0E8B-C126-45CD-B17B-8FB989FB3170}" sibTransId="{508E41A6-7388-42F4-8C8C-F174FB31AB29}"/>
    <dgm:cxn modelId="{F47D978A-2BFB-443B-B04E-096B6FFE1309}" type="presOf" srcId="{062AD760-736C-4D42-AF3A-193A6B06F01D}" destId="{98D2BBF7-5E93-455D-98FE-58F11DEC2672}" srcOrd="0" destOrd="0" presId="urn:microsoft.com/office/officeart/2005/8/layout/process1"/>
    <dgm:cxn modelId="{6F222217-6464-481F-8ECB-F79C66ED2695}" type="presParOf" srcId="{E2D83BEA-8DA1-4ED0-B758-828B676180E0}" destId="{98D2BBF7-5E93-455D-98FE-58F11DEC2672}"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A69C6F-A8A5-4780-BF32-F608A6BDA3E8}"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C0490F79-3A2E-4BEA-87F2-050093671370}">
      <dgm:prSet custT="1"/>
      <dgm:spPr>
        <a:solidFill>
          <a:schemeClr val="accent4"/>
        </a:solidFill>
      </dgm:spPr>
      <dgm:t>
        <a:bodyPr/>
        <a:lstStyle/>
        <a:p>
          <a:r>
            <a:rPr lang="en-US" sz="3200" b="1" u="none"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2.3 Book a seat (choice 1)</a:t>
          </a:r>
        </a:p>
      </dgm:t>
    </dgm:pt>
    <dgm:pt modelId="{771FBFB2-FA53-45CC-BBEB-D2BB0DFD356F}" type="parTrans" cxnId="{4572C702-E072-4D58-8513-0D993DB5FC23}">
      <dgm:prSet/>
      <dgm:spPr/>
      <dgm:t>
        <a:bodyPr/>
        <a:lstStyle/>
        <a:p>
          <a:endParaRPr lang="en-US"/>
        </a:p>
      </dgm:t>
    </dgm:pt>
    <dgm:pt modelId="{BDE20C23-120F-4518-8914-CE0BA217CE8C}" type="sibTrans" cxnId="{4572C702-E072-4D58-8513-0D993DB5FC23}">
      <dgm:prSet/>
      <dgm:spPr/>
      <dgm:t>
        <a:bodyPr/>
        <a:lstStyle/>
        <a:p>
          <a:endParaRPr lang="en-US"/>
        </a:p>
      </dgm:t>
    </dgm:pt>
    <dgm:pt modelId="{4E1ED3C5-E120-4C06-9764-D2AFB05794F4}" type="pres">
      <dgm:prSet presAssocID="{6DA69C6F-A8A5-4780-BF32-F608A6BDA3E8}" presName="Name0" presStyleCnt="0">
        <dgm:presLayoutVars>
          <dgm:dir/>
          <dgm:animLvl val="lvl"/>
          <dgm:resizeHandles val="exact"/>
        </dgm:presLayoutVars>
      </dgm:prSet>
      <dgm:spPr/>
    </dgm:pt>
    <dgm:pt modelId="{ACAD616C-8882-4E9A-BC93-FC12BA9017BB}" type="pres">
      <dgm:prSet presAssocID="{C0490F79-3A2E-4BEA-87F2-050093671370}" presName="composite" presStyleCnt="0"/>
      <dgm:spPr/>
    </dgm:pt>
    <dgm:pt modelId="{A3A840D0-6F29-4946-B120-D5E472027D3B}" type="pres">
      <dgm:prSet presAssocID="{C0490F79-3A2E-4BEA-87F2-050093671370}" presName="parTx" presStyleLbl="alignNode1" presStyleIdx="0" presStyleCnt="1" custLinFactNeighborY="-1400">
        <dgm:presLayoutVars>
          <dgm:chMax val="0"/>
          <dgm:chPref val="0"/>
          <dgm:bulletEnabled val="1"/>
        </dgm:presLayoutVars>
      </dgm:prSet>
      <dgm:spPr/>
    </dgm:pt>
    <dgm:pt modelId="{0BAC67B6-BE0B-451A-BE6E-93AB2B2AE2B7}" type="pres">
      <dgm:prSet presAssocID="{C0490F79-3A2E-4BEA-87F2-050093671370}" presName="desTx" presStyleLbl="alignAccFollowNode1" presStyleIdx="0" presStyleCnt="1">
        <dgm:presLayoutVars>
          <dgm:bulletEnabled val="1"/>
        </dgm:presLayoutVars>
      </dgm:prSet>
      <dgm:spPr/>
    </dgm:pt>
  </dgm:ptLst>
  <dgm:cxnLst>
    <dgm:cxn modelId="{4572C702-E072-4D58-8513-0D993DB5FC23}" srcId="{6DA69C6F-A8A5-4780-BF32-F608A6BDA3E8}" destId="{C0490F79-3A2E-4BEA-87F2-050093671370}" srcOrd="0" destOrd="0" parTransId="{771FBFB2-FA53-45CC-BBEB-D2BB0DFD356F}" sibTransId="{BDE20C23-120F-4518-8914-CE0BA217CE8C}"/>
    <dgm:cxn modelId="{1C4E4E29-D4D6-41C2-A214-B3039643E21C}" type="presOf" srcId="{C0490F79-3A2E-4BEA-87F2-050093671370}" destId="{A3A840D0-6F29-4946-B120-D5E472027D3B}" srcOrd="0" destOrd="0" presId="urn:microsoft.com/office/officeart/2005/8/layout/hList1"/>
    <dgm:cxn modelId="{5B595C99-558D-429E-B940-D7D5BD1CD79E}" type="presOf" srcId="{6DA69C6F-A8A5-4780-BF32-F608A6BDA3E8}" destId="{4E1ED3C5-E120-4C06-9764-D2AFB05794F4}" srcOrd="0" destOrd="0" presId="urn:microsoft.com/office/officeart/2005/8/layout/hList1"/>
    <dgm:cxn modelId="{6D79B6CC-2803-4FA0-96D2-FCF3D73A6174}" type="presParOf" srcId="{4E1ED3C5-E120-4C06-9764-D2AFB05794F4}" destId="{ACAD616C-8882-4E9A-BC93-FC12BA9017BB}" srcOrd="0" destOrd="0" presId="urn:microsoft.com/office/officeart/2005/8/layout/hList1"/>
    <dgm:cxn modelId="{C0818323-D3C6-4185-8BBF-C7BA4B3E35B9}" type="presParOf" srcId="{ACAD616C-8882-4E9A-BC93-FC12BA9017BB}" destId="{A3A840D0-6F29-4946-B120-D5E472027D3B}" srcOrd="0" destOrd="0" presId="urn:microsoft.com/office/officeart/2005/8/layout/hList1"/>
    <dgm:cxn modelId="{D4F6F39E-C49D-4B71-9059-44EBD01F60E1}" type="presParOf" srcId="{ACAD616C-8882-4E9A-BC93-FC12BA9017BB}" destId="{0BAC67B6-BE0B-451A-BE6E-93AB2B2AE2B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15F9653-6A39-4F58-AE61-6DED02A70FA7}"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E0055D96-FF1E-4F87-94C4-7417C797C899}">
      <dgm:prSet custT="1"/>
      <dgm:spPr>
        <a:solidFill>
          <a:schemeClr val="accent4"/>
        </a:solidFill>
      </dgm:spPr>
      <dgm:t>
        <a:bodyPr/>
        <a:lstStyle/>
        <a:p>
          <a:r>
            <a:rPr lang="en-US" sz="36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2.4 </a:t>
          </a:r>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Cancel</a:t>
          </a:r>
          <a:r>
            <a:rPr lang="en-US" sz="36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 </a:t>
          </a:r>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Booking (choice 2)</a:t>
          </a:r>
          <a:endParaRPr lang="en-US" sz="3200" b="1"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A564BC00-8027-49A7-A0FE-27F0A8BDA980}" type="parTrans" cxnId="{C0F75311-DE80-47A9-812A-E5D5F2249846}">
      <dgm:prSet/>
      <dgm:spPr/>
      <dgm:t>
        <a:bodyPr/>
        <a:lstStyle/>
        <a:p>
          <a:endParaRPr lang="en-US"/>
        </a:p>
      </dgm:t>
    </dgm:pt>
    <dgm:pt modelId="{EF6871CE-E224-4821-BF4F-1CF1B8ACCC19}" type="sibTrans" cxnId="{C0F75311-DE80-47A9-812A-E5D5F2249846}">
      <dgm:prSet/>
      <dgm:spPr/>
      <dgm:t>
        <a:bodyPr/>
        <a:lstStyle/>
        <a:p>
          <a:endParaRPr lang="en-US"/>
        </a:p>
      </dgm:t>
    </dgm:pt>
    <dgm:pt modelId="{8159E547-767D-4229-A086-F5833F3CB103}">
      <dgm:prSet custT="1"/>
      <dgm:spPr/>
      <dgm:t>
        <a:bodyPr/>
        <a:lstStyle/>
        <a:p>
          <a:pPr>
            <a:buNone/>
          </a:pPr>
          <a:r>
            <a:rPr lang="en-US" sz="1800" b="1" dirty="0">
              <a:latin typeface="Times New Roman" panose="02020603050405020304" pitchFamily="18" charset="0"/>
              <a:cs typeface="Times New Roman" panose="02020603050405020304" pitchFamily="18" charset="0"/>
            </a:rPr>
            <a:t>Description:</a:t>
          </a:r>
        </a:p>
      </dgm:t>
    </dgm:pt>
    <dgm:pt modelId="{E47E0F5A-BAA1-4922-AB5A-C3E26F05307B}" type="sibTrans" cxnId="{65743A4E-A633-440B-8026-1B9C6DA3C59B}">
      <dgm:prSet/>
      <dgm:spPr/>
      <dgm:t>
        <a:bodyPr/>
        <a:lstStyle/>
        <a:p>
          <a:endParaRPr lang="en-US"/>
        </a:p>
      </dgm:t>
    </dgm:pt>
    <dgm:pt modelId="{F86659FF-1244-419F-BCB6-8F387545A730}" type="parTrans" cxnId="{65743A4E-A633-440B-8026-1B9C6DA3C59B}">
      <dgm:prSet/>
      <dgm:spPr/>
      <dgm:t>
        <a:bodyPr/>
        <a:lstStyle/>
        <a:p>
          <a:endParaRPr lang="en-US"/>
        </a:p>
      </dgm:t>
    </dgm:pt>
    <dgm:pt modelId="{CE0B0986-3618-4BDD-A328-D39D912490F0}">
      <dgm:prSet custT="1"/>
      <dgm:spPr/>
      <dgm:t>
        <a:bodyPr/>
        <a:lstStyle/>
        <a:p>
          <a:pPr>
            <a:buNone/>
          </a:pPr>
          <a:r>
            <a:rPr lang="en-AU" sz="1800" dirty="0"/>
            <a:t>This part allows the user to cancel booking for a seat. After cancelling a booking the seat becomes available again</a:t>
          </a:r>
          <a:r>
            <a:rPr lang="en-US" sz="1800" b="1" dirty="0">
              <a:latin typeface="Times New Roman" panose="02020603050405020304" pitchFamily="18" charset="0"/>
              <a:cs typeface="Times New Roman" panose="02020603050405020304" pitchFamily="18" charset="0"/>
            </a:rPr>
            <a:t>                                            </a:t>
          </a:r>
        </a:p>
      </dgm:t>
    </dgm:pt>
    <dgm:pt modelId="{C2017CDD-6F23-4D6F-8999-77EFBBA87B6E}" type="parTrans" cxnId="{D8898ACC-7F04-4987-9AA8-43E15C894C41}">
      <dgm:prSet/>
      <dgm:spPr/>
      <dgm:t>
        <a:bodyPr/>
        <a:lstStyle/>
        <a:p>
          <a:endParaRPr lang="en-US"/>
        </a:p>
      </dgm:t>
    </dgm:pt>
    <dgm:pt modelId="{E668EE1B-9BFD-4B7E-99A1-B40EFFFF0C95}" type="sibTrans" cxnId="{D8898ACC-7F04-4987-9AA8-43E15C894C41}">
      <dgm:prSet/>
      <dgm:spPr/>
      <dgm:t>
        <a:bodyPr/>
        <a:lstStyle/>
        <a:p>
          <a:endParaRPr lang="en-US"/>
        </a:p>
      </dgm:t>
    </dgm:pt>
    <dgm:pt modelId="{32D4D7FE-ED9C-4211-95AC-FB78A7D865E3}" type="pres">
      <dgm:prSet presAssocID="{515F9653-6A39-4F58-AE61-6DED02A70FA7}" presName="Name0" presStyleCnt="0">
        <dgm:presLayoutVars>
          <dgm:dir/>
          <dgm:animLvl val="lvl"/>
          <dgm:resizeHandles val="exact"/>
        </dgm:presLayoutVars>
      </dgm:prSet>
      <dgm:spPr/>
    </dgm:pt>
    <dgm:pt modelId="{E67301A0-9485-4213-BE15-A4F76079C260}" type="pres">
      <dgm:prSet presAssocID="{E0055D96-FF1E-4F87-94C4-7417C797C899}" presName="composite" presStyleCnt="0"/>
      <dgm:spPr/>
    </dgm:pt>
    <dgm:pt modelId="{96363154-A465-401F-807E-B035E257CD57}" type="pres">
      <dgm:prSet presAssocID="{E0055D96-FF1E-4F87-94C4-7417C797C899}" presName="parTx" presStyleLbl="alignNode1" presStyleIdx="0" presStyleCnt="1">
        <dgm:presLayoutVars>
          <dgm:chMax val="0"/>
          <dgm:chPref val="0"/>
          <dgm:bulletEnabled val="1"/>
        </dgm:presLayoutVars>
      </dgm:prSet>
      <dgm:spPr/>
    </dgm:pt>
    <dgm:pt modelId="{1759ECFE-0E32-4570-9EBF-6173D2BDEFCF}" type="pres">
      <dgm:prSet presAssocID="{E0055D96-FF1E-4F87-94C4-7417C797C899}" presName="desTx" presStyleLbl="alignAccFollowNode1" presStyleIdx="0" presStyleCnt="1" custScaleY="100000" custLinFactY="45412" custLinFactNeighborX="-303" custLinFactNeighborY="100000">
        <dgm:presLayoutVars>
          <dgm:bulletEnabled val="1"/>
        </dgm:presLayoutVars>
      </dgm:prSet>
      <dgm:spPr/>
    </dgm:pt>
  </dgm:ptLst>
  <dgm:cxnLst>
    <dgm:cxn modelId="{C0F75311-DE80-47A9-812A-E5D5F2249846}" srcId="{515F9653-6A39-4F58-AE61-6DED02A70FA7}" destId="{E0055D96-FF1E-4F87-94C4-7417C797C899}" srcOrd="0" destOrd="0" parTransId="{A564BC00-8027-49A7-A0FE-27F0A8BDA980}" sibTransId="{EF6871CE-E224-4821-BF4F-1CF1B8ACCC19}"/>
    <dgm:cxn modelId="{5E376827-4408-440A-ACD5-B33B599B47CB}" type="presOf" srcId="{CE0B0986-3618-4BDD-A328-D39D912490F0}" destId="{1759ECFE-0E32-4570-9EBF-6173D2BDEFCF}" srcOrd="0" destOrd="1" presId="urn:microsoft.com/office/officeart/2005/8/layout/hList1"/>
    <dgm:cxn modelId="{647E3B32-2AC6-42F2-9BC6-F211EBBAB909}" type="presOf" srcId="{E0055D96-FF1E-4F87-94C4-7417C797C899}" destId="{96363154-A465-401F-807E-B035E257CD57}" srcOrd="0" destOrd="0" presId="urn:microsoft.com/office/officeart/2005/8/layout/hList1"/>
    <dgm:cxn modelId="{65743A4E-A633-440B-8026-1B9C6DA3C59B}" srcId="{E0055D96-FF1E-4F87-94C4-7417C797C899}" destId="{8159E547-767D-4229-A086-F5833F3CB103}" srcOrd="0" destOrd="0" parTransId="{F86659FF-1244-419F-BCB6-8F387545A730}" sibTransId="{E47E0F5A-BAA1-4922-AB5A-C3E26F05307B}"/>
    <dgm:cxn modelId="{0EE68CB7-8268-4598-959B-AF9881DD445F}" type="presOf" srcId="{8159E547-767D-4229-A086-F5833F3CB103}" destId="{1759ECFE-0E32-4570-9EBF-6173D2BDEFCF}" srcOrd="0" destOrd="0" presId="urn:microsoft.com/office/officeart/2005/8/layout/hList1"/>
    <dgm:cxn modelId="{D8898ACC-7F04-4987-9AA8-43E15C894C41}" srcId="{E0055D96-FF1E-4F87-94C4-7417C797C899}" destId="{CE0B0986-3618-4BDD-A328-D39D912490F0}" srcOrd="1" destOrd="0" parTransId="{C2017CDD-6F23-4D6F-8999-77EFBBA87B6E}" sibTransId="{E668EE1B-9BFD-4B7E-99A1-B40EFFFF0C95}"/>
    <dgm:cxn modelId="{A7E79CE0-4698-4D2B-849F-8FE6CA33D881}" type="presOf" srcId="{515F9653-6A39-4F58-AE61-6DED02A70FA7}" destId="{32D4D7FE-ED9C-4211-95AC-FB78A7D865E3}" srcOrd="0" destOrd="0" presId="urn:microsoft.com/office/officeart/2005/8/layout/hList1"/>
    <dgm:cxn modelId="{799BF780-3DAF-41D5-A96B-F0F3B182D859}" type="presParOf" srcId="{32D4D7FE-ED9C-4211-95AC-FB78A7D865E3}" destId="{E67301A0-9485-4213-BE15-A4F76079C260}" srcOrd="0" destOrd="0" presId="urn:microsoft.com/office/officeart/2005/8/layout/hList1"/>
    <dgm:cxn modelId="{2863DD45-E1A6-47D5-B1C3-CADC72ACE389}" type="presParOf" srcId="{E67301A0-9485-4213-BE15-A4F76079C260}" destId="{96363154-A465-401F-807E-B035E257CD57}" srcOrd="0" destOrd="0" presId="urn:microsoft.com/office/officeart/2005/8/layout/hList1"/>
    <dgm:cxn modelId="{AB1495F4-99E6-42D4-A531-40DA8A54BEF4}" type="presParOf" srcId="{E67301A0-9485-4213-BE15-A4F76079C260}" destId="{1759ECFE-0E32-4570-9EBF-6173D2BDEFC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FF93FB8-0691-44D5-B2BD-3A70A6801399}"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9284F1A8-84ED-491C-B78D-988FB3E81A11}">
      <dgm:prSet custT="1"/>
      <dgm:spPr>
        <a:solidFill>
          <a:schemeClr val="accent4"/>
        </a:solidFill>
      </dgm:spPr>
      <dgm:t>
        <a:bodyPr/>
        <a:lstStyle/>
        <a:p>
          <a:r>
            <a:rPr lang="en-AU"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 Update Booking Details (choice 3)</a:t>
          </a:r>
          <a:br>
            <a:rPr lang="en-US" sz="800" baseline="0" dirty="0"/>
          </a:br>
          <a:r>
            <a:rPr lang="en-AU" sz="800" baseline="0" dirty="0"/>
            <a:t> </a:t>
          </a:r>
          <a:br>
            <a:rPr lang="en-US" sz="800" baseline="0" dirty="0"/>
          </a:br>
          <a:r>
            <a:rPr lang="en-AU" sz="800" baseline="0" dirty="0"/>
            <a:t> </a:t>
          </a:r>
          <a:br>
            <a:rPr lang="en-US" sz="800" baseline="0" dirty="0"/>
          </a:br>
          <a:endParaRPr lang="en-US" sz="800" dirty="0"/>
        </a:p>
      </dgm:t>
    </dgm:pt>
    <dgm:pt modelId="{4A26AE60-D825-4CBA-B207-8A776ECB07BC}" type="parTrans" cxnId="{BE75D757-5C77-402B-9DE4-5EB3A1BC9197}">
      <dgm:prSet/>
      <dgm:spPr/>
      <dgm:t>
        <a:bodyPr/>
        <a:lstStyle/>
        <a:p>
          <a:endParaRPr lang="en-US"/>
        </a:p>
      </dgm:t>
    </dgm:pt>
    <dgm:pt modelId="{1DDEB6AC-21DF-4B1E-9B34-296272929DC6}" type="sibTrans" cxnId="{BE75D757-5C77-402B-9DE4-5EB3A1BC9197}">
      <dgm:prSet/>
      <dgm:spPr/>
      <dgm:t>
        <a:bodyPr/>
        <a:lstStyle/>
        <a:p>
          <a:endParaRPr lang="en-US"/>
        </a:p>
      </dgm:t>
    </dgm:pt>
    <dgm:pt modelId="{595F465D-810F-4966-978D-788B2E478F46}">
      <dgm:prSet custT="1"/>
      <dgm:spPr/>
      <dgm:t>
        <a:bodyPr/>
        <a:lstStyle/>
        <a:p>
          <a:pPr>
            <a:buNone/>
          </a:pPr>
          <a:r>
            <a:rPr lang="en-AU" sz="1800" b="1" dirty="0">
              <a:latin typeface="Times New Roman" panose="02020603050405020304" pitchFamily="18" charset="0"/>
              <a:cs typeface="Times New Roman" panose="02020603050405020304" pitchFamily="18" charset="0"/>
            </a:rPr>
            <a:t>Description:</a:t>
          </a:r>
          <a:endParaRPr lang="en-US" sz="1800" b="1" dirty="0">
            <a:latin typeface="Times New Roman" panose="02020603050405020304" pitchFamily="18" charset="0"/>
            <a:cs typeface="Times New Roman" panose="02020603050405020304" pitchFamily="18" charset="0"/>
          </a:endParaRPr>
        </a:p>
      </dgm:t>
    </dgm:pt>
    <dgm:pt modelId="{CD92F8A4-1BA7-4ADE-A3C5-993E04E10030}" type="parTrans" cxnId="{EC648D94-963A-41A4-B0A1-A1AC43573366}">
      <dgm:prSet/>
      <dgm:spPr/>
      <dgm:t>
        <a:bodyPr/>
        <a:lstStyle/>
        <a:p>
          <a:endParaRPr lang="en-US"/>
        </a:p>
      </dgm:t>
    </dgm:pt>
    <dgm:pt modelId="{C58E3694-7F5D-4166-B286-73761307A882}" type="sibTrans" cxnId="{EC648D94-963A-41A4-B0A1-A1AC43573366}">
      <dgm:prSet/>
      <dgm:spPr/>
      <dgm:t>
        <a:bodyPr/>
        <a:lstStyle/>
        <a:p>
          <a:endParaRPr lang="en-US"/>
        </a:p>
      </dgm:t>
    </dgm:pt>
    <dgm:pt modelId="{8587B149-2B89-4B9A-95FF-613375CE3C05}">
      <dgm:prSet custT="1"/>
      <dgm:spPr/>
      <dgm:t>
        <a:bodyPr/>
        <a:lstStyle/>
        <a:p>
          <a:pPr>
            <a:buNone/>
          </a:pPr>
          <a:r>
            <a:rPr lang="en-AU" sz="1800" dirty="0">
              <a:latin typeface="Times New Roman" panose="02020603050405020304" pitchFamily="18" charset="0"/>
              <a:cs typeface="Times New Roman" panose="02020603050405020304" pitchFamily="18" charset="0"/>
            </a:rPr>
            <a:t>This option lets the user to change the guest's name, number and even the seat position for a</a:t>
          </a:r>
          <a:endParaRPr lang="en-US" sz="1800" dirty="0">
            <a:latin typeface="Times New Roman" panose="02020603050405020304" pitchFamily="18" charset="0"/>
            <a:cs typeface="Times New Roman" panose="02020603050405020304" pitchFamily="18" charset="0"/>
          </a:endParaRPr>
        </a:p>
      </dgm:t>
    </dgm:pt>
    <dgm:pt modelId="{72434893-BC28-47AD-90AF-30FCE53F30A2}" type="parTrans" cxnId="{88B59D44-1DD3-4AD0-8101-799A4E6A95EC}">
      <dgm:prSet/>
      <dgm:spPr/>
      <dgm:t>
        <a:bodyPr/>
        <a:lstStyle/>
        <a:p>
          <a:endParaRPr lang="en-US"/>
        </a:p>
      </dgm:t>
    </dgm:pt>
    <dgm:pt modelId="{3DA957E9-AEB0-4305-8D32-77C7D9329929}" type="sibTrans" cxnId="{88B59D44-1DD3-4AD0-8101-799A4E6A95EC}">
      <dgm:prSet/>
      <dgm:spPr/>
      <dgm:t>
        <a:bodyPr/>
        <a:lstStyle/>
        <a:p>
          <a:endParaRPr lang="en-US"/>
        </a:p>
      </dgm:t>
    </dgm:pt>
    <dgm:pt modelId="{D61D2139-49D0-40B3-A744-0861E8D7ED2E}">
      <dgm:prSet custT="1"/>
      <dgm:spPr/>
      <dgm:t>
        <a:bodyPr/>
        <a:lstStyle/>
        <a:p>
          <a:pPr>
            <a:buNone/>
          </a:pPr>
          <a:r>
            <a:rPr lang="en-AU" sz="1800" dirty="0">
              <a:latin typeface="Times New Roman" panose="02020603050405020304" pitchFamily="18" charset="0"/>
              <a:cs typeface="Times New Roman" panose="02020603050405020304" pitchFamily="18" charset="0"/>
            </a:rPr>
            <a:t>previously booked seat.</a:t>
          </a:r>
          <a:endParaRPr lang="en-US" sz="1800" dirty="0">
            <a:latin typeface="Times New Roman" panose="02020603050405020304" pitchFamily="18" charset="0"/>
            <a:cs typeface="Times New Roman" panose="02020603050405020304" pitchFamily="18" charset="0"/>
          </a:endParaRPr>
        </a:p>
      </dgm:t>
    </dgm:pt>
    <dgm:pt modelId="{2433E1D6-4C60-4618-9F90-9A47CFFE0737}" type="parTrans" cxnId="{B5E532E4-1B81-4B88-AD2F-860D49B5E9DE}">
      <dgm:prSet/>
      <dgm:spPr/>
      <dgm:t>
        <a:bodyPr/>
        <a:lstStyle/>
        <a:p>
          <a:endParaRPr lang="en-US"/>
        </a:p>
      </dgm:t>
    </dgm:pt>
    <dgm:pt modelId="{2C729CDA-BE98-499A-9B71-F115DBB8CB3E}" type="sibTrans" cxnId="{B5E532E4-1B81-4B88-AD2F-860D49B5E9DE}">
      <dgm:prSet/>
      <dgm:spPr/>
      <dgm:t>
        <a:bodyPr/>
        <a:lstStyle/>
        <a:p>
          <a:endParaRPr lang="en-US"/>
        </a:p>
      </dgm:t>
    </dgm:pt>
    <dgm:pt modelId="{CD4E3375-DAF1-45F3-B7FF-D6C6F78F94B7}" type="pres">
      <dgm:prSet presAssocID="{7FF93FB8-0691-44D5-B2BD-3A70A6801399}" presName="Name0" presStyleCnt="0">
        <dgm:presLayoutVars>
          <dgm:dir/>
          <dgm:animLvl val="lvl"/>
          <dgm:resizeHandles val="exact"/>
        </dgm:presLayoutVars>
      </dgm:prSet>
      <dgm:spPr/>
    </dgm:pt>
    <dgm:pt modelId="{6B48C12C-29AC-4FD6-9895-A57AF272C727}" type="pres">
      <dgm:prSet presAssocID="{9284F1A8-84ED-491C-B78D-988FB3E81A11}" presName="composite" presStyleCnt="0"/>
      <dgm:spPr/>
    </dgm:pt>
    <dgm:pt modelId="{02BB28B3-AEAB-40CD-B8F7-893A71D789DC}" type="pres">
      <dgm:prSet presAssocID="{9284F1A8-84ED-491C-B78D-988FB3E81A11}" presName="parTx" presStyleLbl="alignNode1" presStyleIdx="0" presStyleCnt="1" custLinFactNeighborY="-594">
        <dgm:presLayoutVars>
          <dgm:chMax val="0"/>
          <dgm:chPref val="0"/>
          <dgm:bulletEnabled val="1"/>
        </dgm:presLayoutVars>
      </dgm:prSet>
      <dgm:spPr/>
    </dgm:pt>
    <dgm:pt modelId="{F81740B6-A174-4B02-872E-B175F10C256F}" type="pres">
      <dgm:prSet presAssocID="{9284F1A8-84ED-491C-B78D-988FB3E81A11}" presName="desTx" presStyleLbl="alignAccFollowNode1" presStyleIdx="0" presStyleCnt="1" custScaleY="77591" custLinFactNeighborX="161" custLinFactNeighborY="-32748">
        <dgm:presLayoutVars>
          <dgm:bulletEnabled val="1"/>
        </dgm:presLayoutVars>
      </dgm:prSet>
      <dgm:spPr/>
    </dgm:pt>
  </dgm:ptLst>
  <dgm:cxnLst>
    <dgm:cxn modelId="{0809F607-31A7-4234-819D-64D0E9E26D23}" type="presOf" srcId="{7FF93FB8-0691-44D5-B2BD-3A70A6801399}" destId="{CD4E3375-DAF1-45F3-B7FF-D6C6F78F94B7}" srcOrd="0" destOrd="0" presId="urn:microsoft.com/office/officeart/2005/8/layout/hList1"/>
    <dgm:cxn modelId="{FBB7A12F-D08C-4D72-811C-EAD63F3E3781}" type="presOf" srcId="{595F465D-810F-4966-978D-788B2E478F46}" destId="{F81740B6-A174-4B02-872E-B175F10C256F}" srcOrd="0" destOrd="0" presId="urn:microsoft.com/office/officeart/2005/8/layout/hList1"/>
    <dgm:cxn modelId="{88B59D44-1DD3-4AD0-8101-799A4E6A95EC}" srcId="{9284F1A8-84ED-491C-B78D-988FB3E81A11}" destId="{8587B149-2B89-4B9A-95FF-613375CE3C05}" srcOrd="1" destOrd="0" parTransId="{72434893-BC28-47AD-90AF-30FCE53F30A2}" sibTransId="{3DA957E9-AEB0-4305-8D32-77C7D9329929}"/>
    <dgm:cxn modelId="{9D511F4D-4598-4CBA-8E1C-2C6B7267F1CF}" type="presOf" srcId="{D61D2139-49D0-40B3-A744-0861E8D7ED2E}" destId="{F81740B6-A174-4B02-872E-B175F10C256F}" srcOrd="0" destOrd="2" presId="urn:microsoft.com/office/officeart/2005/8/layout/hList1"/>
    <dgm:cxn modelId="{BE75D757-5C77-402B-9DE4-5EB3A1BC9197}" srcId="{7FF93FB8-0691-44D5-B2BD-3A70A6801399}" destId="{9284F1A8-84ED-491C-B78D-988FB3E81A11}" srcOrd="0" destOrd="0" parTransId="{4A26AE60-D825-4CBA-B207-8A776ECB07BC}" sibTransId="{1DDEB6AC-21DF-4B1E-9B34-296272929DC6}"/>
    <dgm:cxn modelId="{B051D584-DEC4-4DD2-A26E-31C17A13AA84}" type="presOf" srcId="{8587B149-2B89-4B9A-95FF-613375CE3C05}" destId="{F81740B6-A174-4B02-872E-B175F10C256F}" srcOrd="0" destOrd="1" presId="urn:microsoft.com/office/officeart/2005/8/layout/hList1"/>
    <dgm:cxn modelId="{EC648D94-963A-41A4-B0A1-A1AC43573366}" srcId="{9284F1A8-84ED-491C-B78D-988FB3E81A11}" destId="{595F465D-810F-4966-978D-788B2E478F46}" srcOrd="0" destOrd="0" parTransId="{CD92F8A4-1BA7-4ADE-A3C5-993E04E10030}" sibTransId="{C58E3694-7F5D-4166-B286-73761307A882}"/>
    <dgm:cxn modelId="{B5E532E4-1B81-4B88-AD2F-860D49B5E9DE}" srcId="{9284F1A8-84ED-491C-B78D-988FB3E81A11}" destId="{D61D2139-49D0-40B3-A744-0861E8D7ED2E}" srcOrd="2" destOrd="0" parTransId="{2433E1D6-4C60-4618-9F90-9A47CFFE0737}" sibTransId="{2C729CDA-BE98-499A-9B71-F115DBB8CB3E}"/>
    <dgm:cxn modelId="{660A74F6-86B3-4FD7-B1AF-9730D662271E}" type="presOf" srcId="{9284F1A8-84ED-491C-B78D-988FB3E81A11}" destId="{02BB28B3-AEAB-40CD-B8F7-893A71D789DC}" srcOrd="0" destOrd="0" presId="urn:microsoft.com/office/officeart/2005/8/layout/hList1"/>
    <dgm:cxn modelId="{970B6C71-D009-44F0-855A-C03A782C453F}" type="presParOf" srcId="{CD4E3375-DAF1-45F3-B7FF-D6C6F78F94B7}" destId="{6B48C12C-29AC-4FD6-9895-A57AF272C727}" srcOrd="0" destOrd="0" presId="urn:microsoft.com/office/officeart/2005/8/layout/hList1"/>
    <dgm:cxn modelId="{600A48D2-8BE7-4084-AF2A-5282A1AFA2DE}" type="presParOf" srcId="{6B48C12C-29AC-4FD6-9895-A57AF272C727}" destId="{02BB28B3-AEAB-40CD-B8F7-893A71D789DC}" srcOrd="0" destOrd="0" presId="urn:microsoft.com/office/officeart/2005/8/layout/hList1"/>
    <dgm:cxn modelId="{565CEACB-90D6-41B1-9506-36B29FBF49E7}" type="presParOf" srcId="{6B48C12C-29AC-4FD6-9895-A57AF272C727}" destId="{F81740B6-A174-4B02-872E-B175F10C256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BEE0586-5E39-4F9F-B0FC-B379B3CC3951}"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69EC8B03-6BB7-4AFE-8D5C-833FA1DF0576}">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2.6 Save Seating Arrangements (choice 4)</a:t>
          </a:r>
          <a:endParaRPr lang="en-US" sz="3200" b="1"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EDDEE3B2-3AB0-43DA-AB8D-79FC6B310189}" type="parTrans" cxnId="{76EC9C08-4B4B-4ED6-97C5-783E3097FF43}">
      <dgm:prSet/>
      <dgm:spPr/>
      <dgm:t>
        <a:bodyPr/>
        <a:lstStyle/>
        <a:p>
          <a:endParaRPr lang="en-US"/>
        </a:p>
      </dgm:t>
    </dgm:pt>
    <dgm:pt modelId="{7BD3F1FA-AB36-4968-8E03-C8EC3BF5C1EB}" type="sibTrans" cxnId="{76EC9C08-4B4B-4ED6-97C5-783E3097FF43}">
      <dgm:prSet/>
      <dgm:spPr/>
      <dgm:t>
        <a:bodyPr/>
        <a:lstStyle/>
        <a:p>
          <a:endParaRPr lang="en-US"/>
        </a:p>
      </dgm:t>
    </dgm:pt>
    <dgm:pt modelId="{8381D6F4-459F-4989-8CBB-E9CA50CED72D}">
      <dgm:prSet custT="1"/>
      <dgm:spPr/>
      <dgm:t>
        <a:bodyPr/>
        <a:lstStyle/>
        <a:p>
          <a:pPr>
            <a:buNone/>
          </a:pPr>
          <a:r>
            <a:rPr lang="en-US" sz="1800" b="1" dirty="0">
              <a:latin typeface="Times New Roman" panose="02020603050405020304" pitchFamily="18" charset="0"/>
              <a:cs typeface="Times New Roman" panose="02020603050405020304" pitchFamily="18" charset="0"/>
            </a:rPr>
            <a:t>Description:</a:t>
          </a:r>
        </a:p>
      </dgm:t>
    </dgm:pt>
    <dgm:pt modelId="{58FA2B3C-23A3-4300-9701-AC4D29AF8EC4}" type="parTrans" cxnId="{2A07D5D9-88CF-452F-9CB3-90E564734A8D}">
      <dgm:prSet/>
      <dgm:spPr/>
      <dgm:t>
        <a:bodyPr/>
        <a:lstStyle/>
        <a:p>
          <a:endParaRPr lang="en-US"/>
        </a:p>
      </dgm:t>
    </dgm:pt>
    <dgm:pt modelId="{A32A50AB-A1AC-40C9-AE57-BF0DABFDDF79}" type="sibTrans" cxnId="{2A07D5D9-88CF-452F-9CB3-90E564734A8D}">
      <dgm:prSet/>
      <dgm:spPr/>
      <dgm:t>
        <a:bodyPr/>
        <a:lstStyle/>
        <a:p>
          <a:endParaRPr lang="en-US"/>
        </a:p>
      </dgm:t>
    </dgm:pt>
    <dgm:pt modelId="{8DFCF628-EE20-49CE-AE1D-D94900DD0D82}">
      <dgm:prSet custT="1"/>
      <dgm:spPr/>
      <dgm:t>
        <a:bodyPr/>
        <a:lstStyle/>
        <a:p>
          <a:pPr>
            <a:buNone/>
          </a:pPr>
          <a:r>
            <a:rPr lang="en-AU" sz="1800" dirty="0"/>
            <a:t>This option saves the seating arrangement into a binary file. This is useful if we want to re-open the</a:t>
          </a:r>
          <a:endParaRPr lang="en-US" sz="1800" b="1" dirty="0">
            <a:latin typeface="Times New Roman" panose="02020603050405020304" pitchFamily="18" charset="0"/>
            <a:cs typeface="Times New Roman" panose="02020603050405020304" pitchFamily="18" charset="0"/>
          </a:endParaRPr>
        </a:p>
      </dgm:t>
    </dgm:pt>
    <dgm:pt modelId="{D56AF8C5-BB36-4290-95A8-B323F11C0E6A}" type="parTrans" cxnId="{F464F5B1-9BC8-4254-9889-D71826BDC394}">
      <dgm:prSet/>
      <dgm:spPr/>
      <dgm:t>
        <a:bodyPr/>
        <a:lstStyle/>
        <a:p>
          <a:endParaRPr lang="en-US"/>
        </a:p>
      </dgm:t>
    </dgm:pt>
    <dgm:pt modelId="{8D8AE6BA-CDCC-4E3D-9DF4-39DD812394BE}" type="sibTrans" cxnId="{F464F5B1-9BC8-4254-9889-D71826BDC394}">
      <dgm:prSet/>
      <dgm:spPr/>
      <dgm:t>
        <a:bodyPr/>
        <a:lstStyle/>
        <a:p>
          <a:endParaRPr lang="en-US"/>
        </a:p>
      </dgm:t>
    </dgm:pt>
    <dgm:pt modelId="{C7068471-D6CA-44A7-B457-ACF2709DB3B7}">
      <dgm:prSet/>
      <dgm:spPr/>
      <dgm:t>
        <a:bodyPr/>
        <a:lstStyle/>
        <a:p>
          <a:pPr>
            <a:buNone/>
          </a:pPr>
          <a:endParaRPr lang="en-US" dirty="0"/>
        </a:p>
      </dgm:t>
    </dgm:pt>
    <dgm:pt modelId="{6E8957F5-519B-4607-AAE5-E00B811A9D1D}" type="parTrans" cxnId="{F5C27BBF-2EF9-431F-8D26-9BF87644CDE3}">
      <dgm:prSet/>
      <dgm:spPr/>
      <dgm:t>
        <a:bodyPr/>
        <a:lstStyle/>
        <a:p>
          <a:endParaRPr lang="en-US"/>
        </a:p>
      </dgm:t>
    </dgm:pt>
    <dgm:pt modelId="{13A1C98B-F478-4D2E-A44F-DF748FDCC0C4}" type="sibTrans" cxnId="{F5C27BBF-2EF9-431F-8D26-9BF87644CDE3}">
      <dgm:prSet/>
      <dgm:spPr/>
      <dgm:t>
        <a:bodyPr/>
        <a:lstStyle/>
        <a:p>
          <a:endParaRPr lang="en-US"/>
        </a:p>
      </dgm:t>
    </dgm:pt>
    <dgm:pt modelId="{81E6A643-E102-4221-97ED-D66C31C2ABA8}">
      <dgm:prSet custT="1"/>
      <dgm:spPr/>
      <dgm:t>
        <a:bodyPr/>
        <a:lstStyle/>
        <a:p>
          <a:pPr>
            <a:buNone/>
          </a:pPr>
          <a:r>
            <a:rPr lang="en-AU" sz="1800" dirty="0"/>
            <a:t>program later and continue.</a:t>
          </a:r>
          <a:endParaRPr lang="en-US" sz="1800" b="1" dirty="0">
            <a:latin typeface="Times New Roman" panose="02020603050405020304" pitchFamily="18" charset="0"/>
            <a:cs typeface="Times New Roman" panose="02020603050405020304" pitchFamily="18" charset="0"/>
          </a:endParaRPr>
        </a:p>
      </dgm:t>
    </dgm:pt>
    <dgm:pt modelId="{CE457FC4-B729-4287-A4F3-107D9D097EAE}" type="parTrans" cxnId="{A9879C60-C04B-4F1D-BC13-13E0B7A5418A}">
      <dgm:prSet/>
      <dgm:spPr/>
      <dgm:t>
        <a:bodyPr/>
        <a:lstStyle/>
        <a:p>
          <a:endParaRPr lang="en-US"/>
        </a:p>
      </dgm:t>
    </dgm:pt>
    <dgm:pt modelId="{6F7473D9-B9C1-48A4-B586-7A6A9F352760}" type="sibTrans" cxnId="{A9879C60-C04B-4F1D-BC13-13E0B7A5418A}">
      <dgm:prSet/>
      <dgm:spPr/>
      <dgm:t>
        <a:bodyPr/>
        <a:lstStyle/>
        <a:p>
          <a:endParaRPr lang="en-US"/>
        </a:p>
      </dgm:t>
    </dgm:pt>
    <dgm:pt modelId="{38A4C91D-5DD4-4C1D-B651-946346F42A93}" type="pres">
      <dgm:prSet presAssocID="{9BEE0586-5E39-4F9F-B0FC-B379B3CC3951}" presName="Name0" presStyleCnt="0">
        <dgm:presLayoutVars>
          <dgm:dir/>
          <dgm:animLvl val="lvl"/>
          <dgm:resizeHandles val="exact"/>
        </dgm:presLayoutVars>
      </dgm:prSet>
      <dgm:spPr/>
    </dgm:pt>
    <dgm:pt modelId="{713498A8-648E-43F9-88DA-54F85CCBB6D9}" type="pres">
      <dgm:prSet presAssocID="{69EC8B03-6BB7-4AFE-8D5C-833FA1DF0576}" presName="composite" presStyleCnt="0"/>
      <dgm:spPr/>
    </dgm:pt>
    <dgm:pt modelId="{A1C54FA7-8455-4992-A74F-115CCB50ADCF}" type="pres">
      <dgm:prSet presAssocID="{69EC8B03-6BB7-4AFE-8D5C-833FA1DF0576}" presName="parTx" presStyleLbl="alignNode1" presStyleIdx="0" presStyleCnt="1">
        <dgm:presLayoutVars>
          <dgm:chMax val="0"/>
          <dgm:chPref val="0"/>
          <dgm:bulletEnabled val="1"/>
        </dgm:presLayoutVars>
      </dgm:prSet>
      <dgm:spPr/>
    </dgm:pt>
    <dgm:pt modelId="{B72A5974-284C-4C9F-8EB9-CEDF2413F3D2}" type="pres">
      <dgm:prSet presAssocID="{69EC8B03-6BB7-4AFE-8D5C-833FA1DF0576}" presName="desTx" presStyleLbl="alignAccFollowNode1" presStyleIdx="0" presStyleCnt="1" custScaleY="100000" custLinFactY="107878" custLinFactNeighborX="-638" custLinFactNeighborY="200000">
        <dgm:presLayoutVars>
          <dgm:bulletEnabled val="1"/>
        </dgm:presLayoutVars>
      </dgm:prSet>
      <dgm:spPr/>
    </dgm:pt>
  </dgm:ptLst>
  <dgm:cxnLst>
    <dgm:cxn modelId="{76EC9C08-4B4B-4ED6-97C5-783E3097FF43}" srcId="{9BEE0586-5E39-4F9F-B0FC-B379B3CC3951}" destId="{69EC8B03-6BB7-4AFE-8D5C-833FA1DF0576}" srcOrd="0" destOrd="0" parTransId="{EDDEE3B2-3AB0-43DA-AB8D-79FC6B310189}" sibTransId="{7BD3F1FA-AB36-4968-8E03-C8EC3BF5C1EB}"/>
    <dgm:cxn modelId="{BCF86B2E-FA8B-4C68-B7E0-46E97E0845E5}" type="presOf" srcId="{69EC8B03-6BB7-4AFE-8D5C-833FA1DF0576}" destId="{A1C54FA7-8455-4992-A74F-115CCB50ADCF}" srcOrd="0" destOrd="0" presId="urn:microsoft.com/office/officeart/2005/8/layout/hList1"/>
    <dgm:cxn modelId="{227F0E60-0D6F-4539-9205-EEC497F5F35F}" type="presOf" srcId="{81E6A643-E102-4221-97ED-D66C31C2ABA8}" destId="{B72A5974-284C-4C9F-8EB9-CEDF2413F3D2}" srcOrd="0" destOrd="2" presId="urn:microsoft.com/office/officeart/2005/8/layout/hList1"/>
    <dgm:cxn modelId="{A9879C60-C04B-4F1D-BC13-13E0B7A5418A}" srcId="{69EC8B03-6BB7-4AFE-8D5C-833FA1DF0576}" destId="{81E6A643-E102-4221-97ED-D66C31C2ABA8}" srcOrd="2" destOrd="0" parTransId="{CE457FC4-B729-4287-A4F3-107D9D097EAE}" sibTransId="{6F7473D9-B9C1-48A4-B586-7A6A9F352760}"/>
    <dgm:cxn modelId="{2E60DA64-6C0A-4CB0-AAEA-E88A4DC889FD}" type="presOf" srcId="{C7068471-D6CA-44A7-B457-ACF2709DB3B7}" destId="{B72A5974-284C-4C9F-8EB9-CEDF2413F3D2}" srcOrd="0" destOrd="3" presId="urn:microsoft.com/office/officeart/2005/8/layout/hList1"/>
    <dgm:cxn modelId="{D317A085-2E5B-4FD9-9A17-CAEA68EC962E}" type="presOf" srcId="{8DFCF628-EE20-49CE-AE1D-D94900DD0D82}" destId="{B72A5974-284C-4C9F-8EB9-CEDF2413F3D2}" srcOrd="0" destOrd="1" presId="urn:microsoft.com/office/officeart/2005/8/layout/hList1"/>
    <dgm:cxn modelId="{F464F5B1-9BC8-4254-9889-D71826BDC394}" srcId="{69EC8B03-6BB7-4AFE-8D5C-833FA1DF0576}" destId="{8DFCF628-EE20-49CE-AE1D-D94900DD0D82}" srcOrd="1" destOrd="0" parTransId="{D56AF8C5-BB36-4290-95A8-B323F11C0E6A}" sibTransId="{8D8AE6BA-CDCC-4E3D-9DF4-39DD812394BE}"/>
    <dgm:cxn modelId="{F5C27BBF-2EF9-431F-8D26-9BF87644CDE3}" srcId="{69EC8B03-6BB7-4AFE-8D5C-833FA1DF0576}" destId="{C7068471-D6CA-44A7-B457-ACF2709DB3B7}" srcOrd="3" destOrd="0" parTransId="{6E8957F5-519B-4607-AAE5-E00B811A9D1D}" sibTransId="{13A1C98B-F478-4D2E-A44F-DF748FDCC0C4}"/>
    <dgm:cxn modelId="{06E0CFCE-07D0-4DB0-834B-08F65AAC3810}" type="presOf" srcId="{9BEE0586-5E39-4F9F-B0FC-B379B3CC3951}" destId="{38A4C91D-5DD4-4C1D-B651-946346F42A93}" srcOrd="0" destOrd="0" presId="urn:microsoft.com/office/officeart/2005/8/layout/hList1"/>
    <dgm:cxn modelId="{FBF918D1-8876-4B51-8521-0BA015B90F24}" type="presOf" srcId="{8381D6F4-459F-4989-8CBB-E9CA50CED72D}" destId="{B72A5974-284C-4C9F-8EB9-CEDF2413F3D2}" srcOrd="0" destOrd="0" presId="urn:microsoft.com/office/officeart/2005/8/layout/hList1"/>
    <dgm:cxn modelId="{2A07D5D9-88CF-452F-9CB3-90E564734A8D}" srcId="{69EC8B03-6BB7-4AFE-8D5C-833FA1DF0576}" destId="{8381D6F4-459F-4989-8CBB-E9CA50CED72D}" srcOrd="0" destOrd="0" parTransId="{58FA2B3C-23A3-4300-9701-AC4D29AF8EC4}" sibTransId="{A32A50AB-A1AC-40C9-AE57-BF0DABFDDF79}"/>
    <dgm:cxn modelId="{8E4D9975-6F75-41D2-83E8-16E68101E55F}" type="presParOf" srcId="{38A4C91D-5DD4-4C1D-B651-946346F42A93}" destId="{713498A8-648E-43F9-88DA-54F85CCBB6D9}" srcOrd="0" destOrd="0" presId="urn:microsoft.com/office/officeart/2005/8/layout/hList1"/>
    <dgm:cxn modelId="{C845C622-D0AF-407F-A9FD-A675133719F7}" type="presParOf" srcId="{713498A8-648E-43F9-88DA-54F85CCBB6D9}" destId="{A1C54FA7-8455-4992-A74F-115CCB50ADCF}" srcOrd="0" destOrd="0" presId="urn:microsoft.com/office/officeart/2005/8/layout/hList1"/>
    <dgm:cxn modelId="{8DB9623A-38C6-4CDE-B813-0944F5F0B1D9}" type="presParOf" srcId="{713498A8-648E-43F9-88DA-54F85CCBB6D9}" destId="{B72A5974-284C-4C9F-8EB9-CEDF2413F3D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3330B39-934D-4B49-B9E5-E975E4B85D56}" type="doc">
      <dgm:prSet loTypeId="urn:microsoft.com/office/officeart/2005/8/layout/hList1" loCatId="list" qsTypeId="urn:microsoft.com/office/officeart/2005/8/quickstyle/simple5" qsCatId="simple" csTypeId="urn:microsoft.com/office/officeart/2005/8/colors/accent4_4" csCatId="accent4" phldr="1"/>
      <dgm:spPr/>
      <dgm:t>
        <a:bodyPr/>
        <a:lstStyle/>
        <a:p>
          <a:endParaRPr lang="en-US"/>
        </a:p>
      </dgm:t>
    </dgm:pt>
    <dgm:pt modelId="{0A6C23CA-C3C5-4554-9203-DEF1541ADB01}">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2.7 Load Seating Arrangements (choice 6)</a:t>
          </a:r>
          <a:endParaRPr lang="en-US" sz="3200" b="1"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40098C08-31DE-4DE3-B0AF-A1BDF729AE03}" type="parTrans" cxnId="{0BF3748E-445E-4F1C-8C88-3C5E567AC28E}">
      <dgm:prSet/>
      <dgm:spPr/>
      <dgm:t>
        <a:bodyPr/>
        <a:lstStyle/>
        <a:p>
          <a:endParaRPr lang="en-US"/>
        </a:p>
      </dgm:t>
    </dgm:pt>
    <dgm:pt modelId="{00B05219-0760-40BF-A135-41F916629B6A}" type="sibTrans" cxnId="{0BF3748E-445E-4F1C-8C88-3C5E567AC28E}">
      <dgm:prSet/>
      <dgm:spPr/>
      <dgm:t>
        <a:bodyPr/>
        <a:lstStyle/>
        <a:p>
          <a:endParaRPr lang="en-US"/>
        </a:p>
      </dgm:t>
    </dgm:pt>
    <dgm:pt modelId="{FD14AC9A-7B35-41DF-87E7-237DD96EC05B}">
      <dgm:prSet custT="1"/>
      <dgm:spPr/>
      <dgm:t>
        <a:bodyPr/>
        <a:lstStyle/>
        <a:p>
          <a:pPr>
            <a:buNone/>
          </a:pPr>
          <a:r>
            <a:rPr lang="en-US" sz="1800" b="1" dirty="0">
              <a:latin typeface="Times New Roman" panose="02020603050405020304" pitchFamily="18" charset="0"/>
              <a:cs typeface="Times New Roman" panose="02020603050405020304" pitchFamily="18" charset="0"/>
            </a:rPr>
            <a:t>Description:</a:t>
          </a:r>
        </a:p>
      </dgm:t>
    </dgm:pt>
    <dgm:pt modelId="{2C76B662-7F66-420E-9A96-4289FDD4A582}" type="parTrans" cxnId="{8B00FECB-185B-4DBB-A278-D4BB858BD7F2}">
      <dgm:prSet/>
      <dgm:spPr/>
      <dgm:t>
        <a:bodyPr/>
        <a:lstStyle/>
        <a:p>
          <a:endParaRPr lang="en-US"/>
        </a:p>
      </dgm:t>
    </dgm:pt>
    <dgm:pt modelId="{BF3846DB-3D2C-45EA-9825-5EF65690958F}" type="sibTrans" cxnId="{8B00FECB-185B-4DBB-A278-D4BB858BD7F2}">
      <dgm:prSet/>
      <dgm:spPr/>
      <dgm:t>
        <a:bodyPr/>
        <a:lstStyle/>
        <a:p>
          <a:endParaRPr lang="en-US"/>
        </a:p>
      </dgm:t>
    </dgm:pt>
    <dgm:pt modelId="{59D00C34-3D5A-4C18-83C5-CD38A7D3C45B}">
      <dgm:prSet custT="1"/>
      <dgm:spPr/>
      <dgm:t>
        <a:bodyPr/>
        <a:lstStyle/>
        <a:p>
          <a:pPr>
            <a:buNone/>
          </a:pPr>
          <a:r>
            <a:rPr lang="en-US" sz="1800" b="0" dirty="0">
              <a:latin typeface="Times New Roman" panose="02020603050405020304" pitchFamily="18" charset="0"/>
              <a:cs typeface="Times New Roman" panose="02020603050405020304" pitchFamily="18" charset="0"/>
            </a:rPr>
            <a:t>This option lets the user to open a previously saved program.</a:t>
          </a:r>
        </a:p>
      </dgm:t>
    </dgm:pt>
    <dgm:pt modelId="{649BDE51-4127-4893-B522-07FD253514EA}" type="parTrans" cxnId="{4F22B41C-C558-4664-8266-8BF8F0CF5D24}">
      <dgm:prSet/>
      <dgm:spPr/>
      <dgm:t>
        <a:bodyPr/>
        <a:lstStyle/>
        <a:p>
          <a:endParaRPr lang="en-US"/>
        </a:p>
      </dgm:t>
    </dgm:pt>
    <dgm:pt modelId="{0A23475E-1811-4A04-BC02-CB051A190E64}" type="sibTrans" cxnId="{4F22B41C-C558-4664-8266-8BF8F0CF5D24}">
      <dgm:prSet/>
      <dgm:spPr/>
      <dgm:t>
        <a:bodyPr/>
        <a:lstStyle/>
        <a:p>
          <a:endParaRPr lang="en-US"/>
        </a:p>
      </dgm:t>
    </dgm:pt>
    <dgm:pt modelId="{EC197904-1D92-4485-98DA-0ACC8CB23409}" type="pres">
      <dgm:prSet presAssocID="{53330B39-934D-4B49-B9E5-E975E4B85D56}" presName="Name0" presStyleCnt="0">
        <dgm:presLayoutVars>
          <dgm:dir/>
          <dgm:animLvl val="lvl"/>
          <dgm:resizeHandles val="exact"/>
        </dgm:presLayoutVars>
      </dgm:prSet>
      <dgm:spPr/>
    </dgm:pt>
    <dgm:pt modelId="{70BE4D8D-551D-4AAD-9454-2387C283CDB0}" type="pres">
      <dgm:prSet presAssocID="{0A6C23CA-C3C5-4554-9203-DEF1541ADB01}" presName="composite" presStyleCnt="0"/>
      <dgm:spPr/>
    </dgm:pt>
    <dgm:pt modelId="{A0CD063E-1C73-4842-A98E-993B2488A34A}" type="pres">
      <dgm:prSet presAssocID="{0A6C23CA-C3C5-4554-9203-DEF1541ADB01}" presName="parTx" presStyleLbl="alignNode1" presStyleIdx="0" presStyleCnt="1">
        <dgm:presLayoutVars>
          <dgm:chMax val="0"/>
          <dgm:chPref val="0"/>
          <dgm:bulletEnabled val="1"/>
        </dgm:presLayoutVars>
      </dgm:prSet>
      <dgm:spPr/>
    </dgm:pt>
    <dgm:pt modelId="{95EA857C-57A3-4BDE-A417-6099087E08BE}" type="pres">
      <dgm:prSet presAssocID="{0A6C23CA-C3C5-4554-9203-DEF1541ADB01}" presName="desTx" presStyleLbl="alignAccFollowNode1" presStyleIdx="0" presStyleCnt="1">
        <dgm:presLayoutVars>
          <dgm:bulletEnabled val="1"/>
        </dgm:presLayoutVars>
      </dgm:prSet>
      <dgm:spPr/>
    </dgm:pt>
  </dgm:ptLst>
  <dgm:cxnLst>
    <dgm:cxn modelId="{4F22B41C-C558-4664-8266-8BF8F0CF5D24}" srcId="{0A6C23CA-C3C5-4554-9203-DEF1541ADB01}" destId="{59D00C34-3D5A-4C18-83C5-CD38A7D3C45B}" srcOrd="1" destOrd="0" parTransId="{649BDE51-4127-4893-B522-07FD253514EA}" sibTransId="{0A23475E-1811-4A04-BC02-CB051A190E64}"/>
    <dgm:cxn modelId="{3F227E3A-3BF6-44E7-8686-17BD785C6B90}" type="presOf" srcId="{FD14AC9A-7B35-41DF-87E7-237DD96EC05B}" destId="{95EA857C-57A3-4BDE-A417-6099087E08BE}" srcOrd="0" destOrd="0" presId="urn:microsoft.com/office/officeart/2005/8/layout/hList1"/>
    <dgm:cxn modelId="{0BF3748E-445E-4F1C-8C88-3C5E567AC28E}" srcId="{53330B39-934D-4B49-B9E5-E975E4B85D56}" destId="{0A6C23CA-C3C5-4554-9203-DEF1541ADB01}" srcOrd="0" destOrd="0" parTransId="{40098C08-31DE-4DE3-B0AF-A1BDF729AE03}" sibTransId="{00B05219-0760-40BF-A135-41F916629B6A}"/>
    <dgm:cxn modelId="{AACECA8F-7CB2-4C55-AD9F-C91BBE8845E9}" type="presOf" srcId="{59D00C34-3D5A-4C18-83C5-CD38A7D3C45B}" destId="{95EA857C-57A3-4BDE-A417-6099087E08BE}" srcOrd="0" destOrd="1" presId="urn:microsoft.com/office/officeart/2005/8/layout/hList1"/>
    <dgm:cxn modelId="{2F3E0BA3-3038-4B2D-BD6B-129C12A1502B}" type="presOf" srcId="{0A6C23CA-C3C5-4554-9203-DEF1541ADB01}" destId="{A0CD063E-1C73-4842-A98E-993B2488A34A}" srcOrd="0" destOrd="0" presId="urn:microsoft.com/office/officeart/2005/8/layout/hList1"/>
    <dgm:cxn modelId="{5F6EE6BA-7683-47CB-915A-CE36407AED7F}" type="presOf" srcId="{53330B39-934D-4B49-B9E5-E975E4B85D56}" destId="{EC197904-1D92-4485-98DA-0ACC8CB23409}" srcOrd="0" destOrd="0" presId="urn:microsoft.com/office/officeart/2005/8/layout/hList1"/>
    <dgm:cxn modelId="{8B00FECB-185B-4DBB-A278-D4BB858BD7F2}" srcId="{0A6C23CA-C3C5-4554-9203-DEF1541ADB01}" destId="{FD14AC9A-7B35-41DF-87E7-237DD96EC05B}" srcOrd="0" destOrd="0" parTransId="{2C76B662-7F66-420E-9A96-4289FDD4A582}" sibTransId="{BF3846DB-3D2C-45EA-9825-5EF65690958F}"/>
    <dgm:cxn modelId="{E63E719E-8E1D-46B7-AE07-16F06DCED0C2}" type="presParOf" srcId="{EC197904-1D92-4485-98DA-0ACC8CB23409}" destId="{70BE4D8D-551D-4AAD-9454-2387C283CDB0}" srcOrd="0" destOrd="0" presId="urn:microsoft.com/office/officeart/2005/8/layout/hList1"/>
    <dgm:cxn modelId="{E6BB5FD8-04FB-49E7-9185-55BAAE28C15C}" type="presParOf" srcId="{70BE4D8D-551D-4AAD-9454-2387C283CDB0}" destId="{A0CD063E-1C73-4842-A98E-993B2488A34A}" srcOrd="0" destOrd="0" presId="urn:microsoft.com/office/officeart/2005/8/layout/hList1"/>
    <dgm:cxn modelId="{972CFAAB-5859-46AD-94A1-F6084B722BAC}" type="presParOf" srcId="{70BE4D8D-551D-4AAD-9454-2387C283CDB0}" destId="{95EA857C-57A3-4BDE-A417-6099087E08B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5C93FE-A949-4162-A516-9212A5146186}"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A3A60D75-5610-4549-ACD3-DFA679EF677F}">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 Exit (choice 6)</a:t>
          </a:r>
          <a:endParaRPr lang="en-US" sz="3200" b="1"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B4A358CB-6A19-4D19-B68C-AC7EFEAAA128}" type="parTrans" cxnId="{F209A35B-9C72-4884-B21A-3B7AD6AED63A}">
      <dgm:prSet/>
      <dgm:spPr/>
      <dgm:t>
        <a:bodyPr/>
        <a:lstStyle/>
        <a:p>
          <a:endParaRPr lang="en-US"/>
        </a:p>
      </dgm:t>
    </dgm:pt>
    <dgm:pt modelId="{ADF89DA1-156D-4D5C-B74B-58AEFB7EE0FA}" type="sibTrans" cxnId="{F209A35B-9C72-4884-B21A-3B7AD6AED63A}">
      <dgm:prSet/>
      <dgm:spPr/>
      <dgm:t>
        <a:bodyPr/>
        <a:lstStyle/>
        <a:p>
          <a:endParaRPr lang="en-US"/>
        </a:p>
      </dgm:t>
    </dgm:pt>
    <dgm:pt modelId="{DDE92676-A736-461B-8886-A8473C80BB9C}">
      <dgm:prSet custT="1"/>
      <dgm:spPr/>
      <dgm:t>
        <a:bodyPr/>
        <a:lstStyle/>
        <a:p>
          <a:pPr>
            <a:buNone/>
          </a:pPr>
          <a:r>
            <a:rPr lang="en-US" sz="1800" b="1" dirty="0">
              <a:latin typeface="Times New Roman" panose="02020603050405020304" pitchFamily="18" charset="0"/>
              <a:cs typeface="Times New Roman" panose="02020603050405020304" pitchFamily="18" charset="0"/>
            </a:rPr>
            <a:t>Description:</a:t>
          </a:r>
        </a:p>
      </dgm:t>
    </dgm:pt>
    <dgm:pt modelId="{88DA5D89-B83D-4564-8922-4A9CF71A300A}" type="parTrans" cxnId="{62967EED-9774-4F14-81BD-266872120A5F}">
      <dgm:prSet/>
      <dgm:spPr/>
      <dgm:t>
        <a:bodyPr/>
        <a:lstStyle/>
        <a:p>
          <a:endParaRPr lang="en-US"/>
        </a:p>
      </dgm:t>
    </dgm:pt>
    <dgm:pt modelId="{45BC1B67-B140-4FD0-A385-34F8B2954099}" type="sibTrans" cxnId="{62967EED-9774-4F14-81BD-266872120A5F}">
      <dgm:prSet/>
      <dgm:spPr/>
      <dgm:t>
        <a:bodyPr/>
        <a:lstStyle/>
        <a:p>
          <a:endParaRPr lang="en-US"/>
        </a:p>
      </dgm:t>
    </dgm:pt>
    <dgm:pt modelId="{13A89C8D-B1FA-4EB4-8A6A-E61D1D7A9760}">
      <dgm:prSet custT="1"/>
      <dgm:spPr/>
      <dgm:t>
        <a:bodyPr/>
        <a:lstStyle/>
        <a:p>
          <a:pPr>
            <a:buNone/>
          </a:pPr>
          <a:r>
            <a:rPr lang="en-US" sz="1800" dirty="0">
              <a:latin typeface="Times New Roman" panose="02020603050405020304" pitchFamily="18" charset="0"/>
              <a:cs typeface="Times New Roman" panose="02020603050405020304" pitchFamily="18" charset="0"/>
            </a:rPr>
            <a:t>This option ends the program with a thank you message.</a:t>
          </a:r>
        </a:p>
      </dgm:t>
    </dgm:pt>
    <dgm:pt modelId="{579A7767-B5AE-4281-BD55-102BF8B15376}" type="parTrans" cxnId="{F211052B-9B59-4D73-9B81-50DD5C027202}">
      <dgm:prSet/>
      <dgm:spPr/>
      <dgm:t>
        <a:bodyPr/>
        <a:lstStyle/>
        <a:p>
          <a:endParaRPr lang="en-US"/>
        </a:p>
      </dgm:t>
    </dgm:pt>
    <dgm:pt modelId="{6FF291BB-7ECC-41B7-B068-52FF6BCBC8C7}" type="sibTrans" cxnId="{F211052B-9B59-4D73-9B81-50DD5C027202}">
      <dgm:prSet/>
      <dgm:spPr/>
      <dgm:t>
        <a:bodyPr/>
        <a:lstStyle/>
        <a:p>
          <a:endParaRPr lang="en-US"/>
        </a:p>
      </dgm:t>
    </dgm:pt>
    <dgm:pt modelId="{A0E1892A-5F6A-4B90-AAFC-84C506C6AAA4}" type="pres">
      <dgm:prSet presAssocID="{AC5C93FE-A949-4162-A516-9212A5146186}" presName="Name0" presStyleCnt="0">
        <dgm:presLayoutVars>
          <dgm:dir/>
          <dgm:animLvl val="lvl"/>
          <dgm:resizeHandles val="exact"/>
        </dgm:presLayoutVars>
      </dgm:prSet>
      <dgm:spPr/>
    </dgm:pt>
    <dgm:pt modelId="{AF7DFA77-3A9F-41D8-B28A-E02B534B9055}" type="pres">
      <dgm:prSet presAssocID="{A3A60D75-5610-4549-ACD3-DFA679EF677F}" presName="composite" presStyleCnt="0"/>
      <dgm:spPr/>
    </dgm:pt>
    <dgm:pt modelId="{5638D70D-5890-4A1E-9831-6BEBBEE8E27E}" type="pres">
      <dgm:prSet presAssocID="{A3A60D75-5610-4549-ACD3-DFA679EF677F}" presName="parTx" presStyleLbl="alignNode1" presStyleIdx="0" presStyleCnt="1" custLinFactNeighborX="92">
        <dgm:presLayoutVars>
          <dgm:chMax val="0"/>
          <dgm:chPref val="0"/>
          <dgm:bulletEnabled val="1"/>
        </dgm:presLayoutVars>
      </dgm:prSet>
      <dgm:spPr/>
    </dgm:pt>
    <dgm:pt modelId="{07097741-2A1B-4D55-B245-52B12DB9A6B9}" type="pres">
      <dgm:prSet presAssocID="{A3A60D75-5610-4549-ACD3-DFA679EF677F}" presName="desTx" presStyleLbl="alignAccFollowNode1" presStyleIdx="0" presStyleCnt="1">
        <dgm:presLayoutVars>
          <dgm:bulletEnabled val="1"/>
        </dgm:presLayoutVars>
      </dgm:prSet>
      <dgm:spPr/>
    </dgm:pt>
  </dgm:ptLst>
  <dgm:cxnLst>
    <dgm:cxn modelId="{C24AB01C-EA5D-4389-B0BC-631F00D4AFD9}" type="presOf" srcId="{DDE92676-A736-461B-8886-A8473C80BB9C}" destId="{07097741-2A1B-4D55-B245-52B12DB9A6B9}" srcOrd="0" destOrd="0" presId="urn:microsoft.com/office/officeart/2005/8/layout/hList1"/>
    <dgm:cxn modelId="{F211052B-9B59-4D73-9B81-50DD5C027202}" srcId="{A3A60D75-5610-4549-ACD3-DFA679EF677F}" destId="{13A89C8D-B1FA-4EB4-8A6A-E61D1D7A9760}" srcOrd="1" destOrd="0" parTransId="{579A7767-B5AE-4281-BD55-102BF8B15376}" sibTransId="{6FF291BB-7ECC-41B7-B068-52FF6BCBC8C7}"/>
    <dgm:cxn modelId="{4ADAE72F-1A79-4666-8BCB-F15F0954DA4A}" type="presOf" srcId="{A3A60D75-5610-4549-ACD3-DFA679EF677F}" destId="{5638D70D-5890-4A1E-9831-6BEBBEE8E27E}" srcOrd="0" destOrd="0" presId="urn:microsoft.com/office/officeart/2005/8/layout/hList1"/>
    <dgm:cxn modelId="{F209A35B-9C72-4884-B21A-3B7AD6AED63A}" srcId="{AC5C93FE-A949-4162-A516-9212A5146186}" destId="{A3A60D75-5610-4549-ACD3-DFA679EF677F}" srcOrd="0" destOrd="0" parTransId="{B4A358CB-6A19-4D19-B68C-AC7EFEAAA128}" sibTransId="{ADF89DA1-156D-4D5C-B74B-58AEFB7EE0FA}"/>
    <dgm:cxn modelId="{0922398A-EE35-40FD-A0DC-E8464EA32EF8}" type="presOf" srcId="{13A89C8D-B1FA-4EB4-8A6A-E61D1D7A9760}" destId="{07097741-2A1B-4D55-B245-52B12DB9A6B9}" srcOrd="0" destOrd="1" presId="urn:microsoft.com/office/officeart/2005/8/layout/hList1"/>
    <dgm:cxn modelId="{62967EED-9774-4F14-81BD-266872120A5F}" srcId="{A3A60D75-5610-4549-ACD3-DFA679EF677F}" destId="{DDE92676-A736-461B-8886-A8473C80BB9C}" srcOrd="0" destOrd="0" parTransId="{88DA5D89-B83D-4564-8922-4A9CF71A300A}" sibTransId="{45BC1B67-B140-4FD0-A385-34F8B2954099}"/>
    <dgm:cxn modelId="{AB55EFED-5BC9-4BFB-9512-4A9D5E50C920}" type="presOf" srcId="{AC5C93FE-A949-4162-A516-9212A5146186}" destId="{A0E1892A-5F6A-4B90-AAFC-84C506C6AAA4}" srcOrd="0" destOrd="0" presId="urn:microsoft.com/office/officeart/2005/8/layout/hList1"/>
    <dgm:cxn modelId="{B24D0DE5-8588-43F1-A47E-55B840720241}" type="presParOf" srcId="{A0E1892A-5F6A-4B90-AAFC-84C506C6AAA4}" destId="{AF7DFA77-3A9F-41D8-B28A-E02B534B9055}" srcOrd="0" destOrd="0" presId="urn:microsoft.com/office/officeart/2005/8/layout/hList1"/>
    <dgm:cxn modelId="{1FEC61C1-9F4B-4145-B6A8-FE36E5E1E25C}" type="presParOf" srcId="{AF7DFA77-3A9F-41D8-B28A-E02B534B9055}" destId="{5638D70D-5890-4A1E-9831-6BEBBEE8E27E}" srcOrd="0" destOrd="0" presId="urn:microsoft.com/office/officeart/2005/8/layout/hList1"/>
    <dgm:cxn modelId="{69C3A4C8-549A-41C2-BCA7-725605FBD4F2}" type="presParOf" srcId="{AF7DFA77-3A9F-41D8-B28A-E02B534B9055}" destId="{07097741-2A1B-4D55-B245-52B12DB9A6B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A6D56C-65F0-441E-B503-9D686A8E5B63}" type="doc">
      <dgm:prSet loTypeId="urn:microsoft.com/office/officeart/2005/8/layout/vList2" loCatId="list" qsTypeId="urn:microsoft.com/office/officeart/2005/8/quickstyle/simple2" qsCatId="simple" csTypeId="urn:microsoft.com/office/officeart/2005/8/colors/accent4_4" csCatId="accent4" phldr="1"/>
      <dgm:spPr/>
      <dgm:t>
        <a:bodyPr/>
        <a:lstStyle/>
        <a:p>
          <a:endParaRPr lang="en-US"/>
        </a:p>
      </dgm:t>
    </dgm:pt>
    <dgm:pt modelId="{E6AAE239-DD68-43EE-9DD3-5BAB1742D1AC}">
      <dgm:prSet custT="1"/>
      <dgm:spPr>
        <a:solidFill>
          <a:schemeClr val="accent4"/>
        </a:solidFill>
      </dgm:spPr>
      <dgm:t>
        <a:bodyPr/>
        <a:lstStyle/>
        <a:p>
          <a:pPr algn="ctr"/>
          <a:r>
            <a:rPr lang="en-US" sz="3200" b="1"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Conclusion</a:t>
          </a:r>
          <a:endPar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CA191B51-F72C-45F5-98D7-B7EF542DF2FB}" type="parTrans" cxnId="{31773E28-102C-4FA7-A9E6-D4BE9C1144A1}">
      <dgm:prSet/>
      <dgm:spPr/>
      <dgm:t>
        <a:bodyPr/>
        <a:lstStyle/>
        <a:p>
          <a:endParaRPr lang="en-US"/>
        </a:p>
      </dgm:t>
    </dgm:pt>
    <dgm:pt modelId="{45ADCAB4-596D-4063-BDD3-BE21AA656188}" type="sibTrans" cxnId="{31773E28-102C-4FA7-A9E6-D4BE9C1144A1}">
      <dgm:prSet/>
      <dgm:spPr/>
      <dgm:t>
        <a:bodyPr/>
        <a:lstStyle/>
        <a:p>
          <a:endParaRPr lang="en-US"/>
        </a:p>
      </dgm:t>
    </dgm:pt>
    <dgm:pt modelId="{E923F499-92AB-4C06-B584-E4081F9E271B}" type="pres">
      <dgm:prSet presAssocID="{3CA6D56C-65F0-441E-B503-9D686A8E5B63}" presName="linear" presStyleCnt="0">
        <dgm:presLayoutVars>
          <dgm:animLvl val="lvl"/>
          <dgm:resizeHandles val="exact"/>
        </dgm:presLayoutVars>
      </dgm:prSet>
      <dgm:spPr/>
    </dgm:pt>
    <dgm:pt modelId="{EFA4A906-6CC8-4074-80C0-DE153C66A324}" type="pres">
      <dgm:prSet presAssocID="{E6AAE239-DD68-43EE-9DD3-5BAB1742D1AC}" presName="parentText" presStyleLbl="node1" presStyleIdx="0" presStyleCnt="1" custLinFactNeighborX="76" custLinFactNeighborY="-642">
        <dgm:presLayoutVars>
          <dgm:chMax val="0"/>
          <dgm:bulletEnabled val="1"/>
        </dgm:presLayoutVars>
      </dgm:prSet>
      <dgm:spPr/>
    </dgm:pt>
  </dgm:ptLst>
  <dgm:cxnLst>
    <dgm:cxn modelId="{5DD7BD0D-85C6-46DA-9DB8-3135F091CD53}" type="presOf" srcId="{3CA6D56C-65F0-441E-B503-9D686A8E5B63}" destId="{E923F499-92AB-4C06-B584-E4081F9E271B}" srcOrd="0" destOrd="0" presId="urn:microsoft.com/office/officeart/2005/8/layout/vList2"/>
    <dgm:cxn modelId="{31773E28-102C-4FA7-A9E6-D4BE9C1144A1}" srcId="{3CA6D56C-65F0-441E-B503-9D686A8E5B63}" destId="{E6AAE239-DD68-43EE-9DD3-5BAB1742D1AC}" srcOrd="0" destOrd="0" parTransId="{CA191B51-F72C-45F5-98D7-B7EF542DF2FB}" sibTransId="{45ADCAB4-596D-4063-BDD3-BE21AA656188}"/>
    <dgm:cxn modelId="{DCCA24BF-6373-441B-A77D-760F14C25E77}" type="presOf" srcId="{E6AAE239-DD68-43EE-9DD3-5BAB1742D1AC}" destId="{EFA4A906-6CC8-4074-80C0-DE153C66A324}" srcOrd="0" destOrd="0" presId="urn:microsoft.com/office/officeart/2005/8/layout/vList2"/>
    <dgm:cxn modelId="{1BD390A5-9360-44D6-BD37-988CE927889E}" type="presParOf" srcId="{E923F499-92AB-4C06-B584-E4081F9E271B}" destId="{EFA4A906-6CC8-4074-80C0-DE153C66A32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E2046-F343-49A7-91AC-0440DA1DDF17}">
      <dsp:nvSpPr>
        <dsp:cNvPr id="0" name=""/>
        <dsp:cNvSpPr/>
      </dsp:nvSpPr>
      <dsp:spPr>
        <a:xfrm>
          <a:off x="0" y="580514"/>
          <a:ext cx="4786567" cy="1411653"/>
        </a:xfrm>
        <a:prstGeom prst="roundRect">
          <a:avLst/>
        </a:prstGeom>
        <a:solidFill>
          <a:schemeClr val="accent4"/>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Ceremony Seat Management  System</a:t>
          </a:r>
          <a:b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Group:2</a:t>
          </a:r>
          <a:endParaRPr lang="en-US" sz="3200" kern="1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68911" y="649425"/>
        <a:ext cx="4648745" cy="12738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F231C1-D203-4B24-8E09-CC56090CF84F}">
      <dsp:nvSpPr>
        <dsp:cNvPr id="0" name=""/>
        <dsp:cNvSpPr/>
      </dsp:nvSpPr>
      <dsp:spPr>
        <a:xfrm>
          <a:off x="0" y="112978"/>
          <a:ext cx="10058399" cy="865800"/>
        </a:xfrm>
        <a:prstGeom prst="roundRect">
          <a:avLst/>
        </a:prstGeom>
        <a:solidFill>
          <a:schemeClr val="accent4"/>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the Ceremony Seat Management System</a:t>
          </a:r>
          <a:endParaRPr lang="en-US" sz="37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42265" y="155243"/>
        <a:ext cx="9973869" cy="7812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9A615-E5BE-4AAC-B7BE-B60709C5659D}">
      <dsp:nvSpPr>
        <dsp:cNvPr id="0" name=""/>
        <dsp:cNvSpPr/>
      </dsp:nvSpPr>
      <dsp:spPr>
        <a:xfrm>
          <a:off x="-1169" y="37282"/>
          <a:ext cx="3899878" cy="3899878"/>
        </a:xfrm>
        <a:prstGeom prst="pie">
          <a:avLst>
            <a:gd name="adj1" fmla="val 5400000"/>
            <a:gd name="adj2" fmla="val 16200000"/>
          </a:avLst>
        </a:prstGeom>
        <a:solidFill>
          <a:schemeClr val="accent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C3961D-607B-453E-9F17-DF9C31E00E3B}">
      <dsp:nvSpPr>
        <dsp:cNvPr id="0" name=""/>
        <dsp:cNvSpPr/>
      </dsp:nvSpPr>
      <dsp:spPr>
        <a:xfrm>
          <a:off x="1949939" y="0"/>
          <a:ext cx="8108461" cy="3899878"/>
        </a:xfrm>
        <a:prstGeom prst="rect">
          <a:avLst/>
        </a:prstGeom>
        <a:solidFill>
          <a:schemeClr val="lt1">
            <a:alpha val="90000"/>
            <a:hueOff val="0"/>
            <a:satOff val="0"/>
            <a:lumOff val="0"/>
            <a:alphaOff val="0"/>
          </a:schemeClr>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The Ceremony Seat Management System is a text-based C program that is developed to arrange seat plans for various events such as conferences, wedding receptions , graduation ceremonies and other gatherings. The system helps the organizer to arrange seats by choosing how many rows there are and how many seats are in each row. Then they can book seats, cancel bookings, change seat assignments, and see the current seating plan. </a:t>
          </a:r>
        </a:p>
      </dsp:txBody>
      <dsp:txXfrm>
        <a:off x="1949939" y="0"/>
        <a:ext cx="8108461" cy="38998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2BBF7-5E93-455D-98FE-58F11DEC2672}">
      <dsp:nvSpPr>
        <dsp:cNvPr id="0" name=""/>
        <dsp:cNvSpPr/>
      </dsp:nvSpPr>
      <dsp:spPr>
        <a:xfrm>
          <a:off x="0" y="0"/>
          <a:ext cx="3004423" cy="722745"/>
        </a:xfrm>
        <a:prstGeom prst="roundRect">
          <a:avLst>
            <a:gd name="adj" fmla="val 10000"/>
          </a:avLst>
        </a:prstGeom>
        <a:solidFill>
          <a:schemeClr val="accent4"/>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endParaRPr lang="en-US" sz="3200" kern="1200" dirty="0">
            <a:latin typeface="Times New Roman" panose="02020603050405020304" pitchFamily="18" charset="0"/>
            <a:cs typeface="Times New Roman" panose="02020603050405020304" pitchFamily="18" charset="0"/>
          </a:endParaRPr>
        </a:p>
      </dsp:txBody>
      <dsp:txXfrm>
        <a:off x="21168" y="21168"/>
        <a:ext cx="2962087" cy="6804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840D0-6F29-4946-B120-D5E472027D3B}">
      <dsp:nvSpPr>
        <dsp:cNvPr id="0" name=""/>
        <dsp:cNvSpPr/>
      </dsp:nvSpPr>
      <dsp:spPr>
        <a:xfrm>
          <a:off x="0" y="15630"/>
          <a:ext cx="10058399" cy="68373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u="none" kern="1200"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2.3 Book a seat (choice 1)</a:t>
          </a:r>
        </a:p>
      </dsp:txBody>
      <dsp:txXfrm>
        <a:off x="0" y="15630"/>
        <a:ext cx="10058399" cy="683730"/>
      </dsp:txXfrm>
    </dsp:sp>
    <dsp:sp modelId="{0BAC67B6-BE0B-451A-BE6E-93AB2B2AE2B7}">
      <dsp:nvSpPr>
        <dsp:cNvPr id="0" name=""/>
        <dsp:cNvSpPr/>
      </dsp:nvSpPr>
      <dsp:spPr>
        <a:xfrm>
          <a:off x="0" y="708932"/>
          <a:ext cx="10058399" cy="878400"/>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63154-A465-401F-807E-B035E257CD57}">
      <dsp:nvSpPr>
        <dsp:cNvPr id="0" name=""/>
        <dsp:cNvSpPr/>
      </dsp:nvSpPr>
      <dsp:spPr>
        <a:xfrm>
          <a:off x="4911" y="-435689"/>
          <a:ext cx="10048577" cy="87138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2.4 </a:t>
          </a: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Cancel</a:t>
          </a:r>
          <a:r>
            <a:rPr lang="en-US" sz="36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 </a:t>
          </a: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Booking (choice 2)</a:t>
          </a:r>
          <a:endParaRPr lang="en-US" sz="3200" b="1" kern="1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4911" y="-435689"/>
        <a:ext cx="10048577" cy="871380"/>
      </dsp:txXfrm>
    </dsp:sp>
    <dsp:sp modelId="{1759ECFE-0E32-4570-9EBF-6173D2BDEFCF}">
      <dsp:nvSpPr>
        <dsp:cNvPr id="0" name=""/>
        <dsp:cNvSpPr/>
      </dsp:nvSpPr>
      <dsp:spPr>
        <a:xfrm>
          <a:off x="0" y="435690"/>
          <a:ext cx="10048577" cy="895926"/>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Times New Roman" panose="02020603050405020304" pitchFamily="18" charset="0"/>
              <a:cs typeface="Times New Roman" panose="02020603050405020304" pitchFamily="18" charset="0"/>
            </a:rPr>
            <a:t>Description:</a:t>
          </a:r>
        </a:p>
        <a:p>
          <a:pPr marL="171450" lvl="1" indent="-171450" algn="l" defTabSz="800100">
            <a:lnSpc>
              <a:spcPct val="90000"/>
            </a:lnSpc>
            <a:spcBef>
              <a:spcPct val="0"/>
            </a:spcBef>
            <a:spcAft>
              <a:spcPct val="15000"/>
            </a:spcAft>
            <a:buNone/>
          </a:pPr>
          <a:r>
            <a:rPr lang="en-AU" sz="1800" kern="1200" dirty="0"/>
            <a:t>This part allows the user to cancel booking for a seat. After cancelling a booking the seat becomes available again</a:t>
          </a:r>
          <a:r>
            <a:rPr lang="en-US" sz="1800" b="1" kern="1200" dirty="0">
              <a:latin typeface="Times New Roman" panose="02020603050405020304" pitchFamily="18" charset="0"/>
              <a:cs typeface="Times New Roman" panose="02020603050405020304" pitchFamily="18" charset="0"/>
            </a:rPr>
            <a:t>                                            </a:t>
          </a:r>
        </a:p>
      </dsp:txBody>
      <dsp:txXfrm>
        <a:off x="0" y="435690"/>
        <a:ext cx="10048577" cy="8959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B28B3-AEAB-40CD-B8F7-893A71D789DC}">
      <dsp:nvSpPr>
        <dsp:cNvPr id="0" name=""/>
        <dsp:cNvSpPr/>
      </dsp:nvSpPr>
      <dsp:spPr>
        <a:xfrm>
          <a:off x="0" y="7812"/>
          <a:ext cx="9781309" cy="1045399"/>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AU"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 Update Booking Details (choice 3)</a:t>
          </a:r>
          <a:br>
            <a:rPr lang="en-US" sz="800" kern="1200" baseline="0" dirty="0"/>
          </a:br>
          <a:r>
            <a:rPr lang="en-AU" sz="800" kern="1200" baseline="0" dirty="0"/>
            <a:t> </a:t>
          </a:r>
          <a:br>
            <a:rPr lang="en-US" sz="800" kern="1200" baseline="0" dirty="0"/>
          </a:br>
          <a:r>
            <a:rPr lang="en-AU" sz="800" kern="1200" baseline="0" dirty="0"/>
            <a:t> </a:t>
          </a:r>
          <a:br>
            <a:rPr lang="en-US" sz="800" kern="1200" baseline="0" dirty="0"/>
          </a:br>
          <a:endParaRPr lang="en-US" sz="800" kern="1200" dirty="0"/>
        </a:p>
      </dsp:txBody>
      <dsp:txXfrm>
        <a:off x="0" y="7812"/>
        <a:ext cx="9781309" cy="1045399"/>
      </dsp:txXfrm>
    </dsp:sp>
    <dsp:sp modelId="{F81740B6-A174-4B02-872E-B175F10C256F}">
      <dsp:nvSpPr>
        <dsp:cNvPr id="0" name=""/>
        <dsp:cNvSpPr/>
      </dsp:nvSpPr>
      <dsp:spPr>
        <a:xfrm>
          <a:off x="0" y="813412"/>
          <a:ext cx="9781309" cy="886027"/>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AU" sz="1800" b="1" kern="1200" dirty="0">
              <a:latin typeface="Times New Roman" panose="02020603050405020304" pitchFamily="18" charset="0"/>
              <a:cs typeface="Times New Roman" panose="02020603050405020304" pitchFamily="18" charset="0"/>
            </a:rPr>
            <a:t>Description:</a:t>
          </a:r>
          <a:endParaRPr lang="en-US" sz="1800" b="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None/>
          </a:pPr>
          <a:r>
            <a:rPr lang="en-AU" sz="1800" kern="1200" dirty="0">
              <a:latin typeface="Times New Roman" panose="02020603050405020304" pitchFamily="18" charset="0"/>
              <a:cs typeface="Times New Roman" panose="02020603050405020304" pitchFamily="18" charset="0"/>
            </a:rPr>
            <a:t>This option lets the user to change the guest's name, number and even the seat position for a</a:t>
          </a:r>
          <a:endParaRPr lang="en-US" sz="1800"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None/>
          </a:pPr>
          <a:r>
            <a:rPr lang="en-AU" sz="1800" kern="1200" dirty="0">
              <a:latin typeface="Times New Roman" panose="02020603050405020304" pitchFamily="18" charset="0"/>
              <a:cs typeface="Times New Roman" panose="02020603050405020304" pitchFamily="18" charset="0"/>
            </a:rPr>
            <a:t>previously booked seat.</a:t>
          </a:r>
          <a:endParaRPr lang="en-US" sz="1800" kern="1200" dirty="0">
            <a:latin typeface="Times New Roman" panose="02020603050405020304" pitchFamily="18" charset="0"/>
            <a:cs typeface="Times New Roman" panose="02020603050405020304" pitchFamily="18" charset="0"/>
          </a:endParaRPr>
        </a:p>
      </dsp:txBody>
      <dsp:txXfrm>
        <a:off x="0" y="813412"/>
        <a:ext cx="9781309" cy="88602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54FA7-8455-4992-A74F-115CCB50ADCF}">
      <dsp:nvSpPr>
        <dsp:cNvPr id="0" name=""/>
        <dsp:cNvSpPr/>
      </dsp:nvSpPr>
      <dsp:spPr>
        <a:xfrm>
          <a:off x="4911" y="-372438"/>
          <a:ext cx="10048577" cy="750149"/>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2.6 Save Seating Arrangements (choice 4)</a:t>
          </a:r>
          <a:endParaRPr lang="en-US" sz="3200" b="1" kern="1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4911" y="-372438"/>
        <a:ext cx="10048577" cy="750149"/>
      </dsp:txXfrm>
    </dsp:sp>
    <dsp:sp modelId="{B72A5974-284C-4C9F-8EB9-CEDF2413F3D2}">
      <dsp:nvSpPr>
        <dsp:cNvPr id="0" name=""/>
        <dsp:cNvSpPr/>
      </dsp:nvSpPr>
      <dsp:spPr>
        <a:xfrm>
          <a:off x="0" y="377711"/>
          <a:ext cx="10048577" cy="1537199"/>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Times New Roman" panose="02020603050405020304" pitchFamily="18" charset="0"/>
              <a:cs typeface="Times New Roman" panose="02020603050405020304" pitchFamily="18" charset="0"/>
            </a:rPr>
            <a:t>Description:</a:t>
          </a:r>
        </a:p>
        <a:p>
          <a:pPr marL="171450" lvl="1" indent="-171450" algn="l" defTabSz="800100">
            <a:lnSpc>
              <a:spcPct val="90000"/>
            </a:lnSpc>
            <a:spcBef>
              <a:spcPct val="0"/>
            </a:spcBef>
            <a:spcAft>
              <a:spcPct val="15000"/>
            </a:spcAft>
            <a:buNone/>
          </a:pPr>
          <a:r>
            <a:rPr lang="en-AU" sz="1800" kern="1200" dirty="0"/>
            <a:t>This option saves the seating arrangement into a binary file. This is useful if we want to re-open the</a:t>
          </a:r>
          <a:endParaRPr lang="en-US" sz="1800" b="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None/>
          </a:pPr>
          <a:r>
            <a:rPr lang="en-AU" sz="1800" kern="1200" dirty="0"/>
            <a:t>program later and continue.</a:t>
          </a:r>
          <a:endParaRPr lang="en-US" sz="1800" b="1" kern="1200" dirty="0">
            <a:latin typeface="Times New Roman" panose="02020603050405020304" pitchFamily="18" charset="0"/>
            <a:cs typeface="Times New Roman" panose="02020603050405020304" pitchFamily="18" charset="0"/>
          </a:endParaRPr>
        </a:p>
        <a:p>
          <a:pPr marL="285750" lvl="1" indent="-285750" algn="l" defTabSz="1600200">
            <a:lnSpc>
              <a:spcPct val="90000"/>
            </a:lnSpc>
            <a:spcBef>
              <a:spcPct val="0"/>
            </a:spcBef>
            <a:spcAft>
              <a:spcPct val="15000"/>
            </a:spcAft>
            <a:buNone/>
          </a:pPr>
          <a:endParaRPr lang="en-US" sz="3600" kern="1200" dirty="0"/>
        </a:p>
      </dsp:txBody>
      <dsp:txXfrm>
        <a:off x="0" y="377711"/>
        <a:ext cx="10048577" cy="15371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D063E-1C73-4842-A98E-993B2488A34A}">
      <dsp:nvSpPr>
        <dsp:cNvPr id="0" name=""/>
        <dsp:cNvSpPr/>
      </dsp:nvSpPr>
      <dsp:spPr>
        <a:xfrm>
          <a:off x="0" y="17027"/>
          <a:ext cx="10058399" cy="710459"/>
        </a:xfrm>
        <a:prstGeom prst="rect">
          <a:avLst/>
        </a:prstGeom>
        <a:solidFill>
          <a:schemeClr val="accent4"/>
        </a:solidFill>
        <a:ln w="9525" cap="flat" cmpd="sng" algn="ctr">
          <a:solidFill>
            <a:schemeClr val="accent4">
              <a:shade val="50000"/>
              <a:hueOff val="0"/>
              <a:satOff val="0"/>
              <a:lumOff val="0"/>
              <a:alphaOff val="0"/>
            </a:schemeClr>
          </a:solidFill>
          <a:prstDash val="solid"/>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2.7 Load Seating Arrangements (choice 6)</a:t>
          </a:r>
          <a:endParaRPr lang="en-US" sz="3200" b="1" kern="1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0" y="17027"/>
        <a:ext cx="10058399" cy="710459"/>
      </dsp:txXfrm>
    </dsp:sp>
    <dsp:sp modelId="{95EA857C-57A3-4BDE-A417-6099087E08BE}">
      <dsp:nvSpPr>
        <dsp:cNvPr id="0" name=""/>
        <dsp:cNvSpPr/>
      </dsp:nvSpPr>
      <dsp:spPr>
        <a:xfrm>
          <a:off x="0" y="727487"/>
          <a:ext cx="10058399" cy="769972"/>
        </a:xfrm>
        <a:prstGeom prst="rect">
          <a:avLst/>
        </a:prstGeom>
        <a:solidFill>
          <a:schemeClr val="accent4">
            <a:alpha val="90000"/>
            <a:tint val="55000"/>
            <a:hueOff val="0"/>
            <a:satOff val="0"/>
            <a:lumOff val="0"/>
            <a:alphaOff val="0"/>
          </a:schemeClr>
        </a:solidFill>
        <a:ln w="9525" cap="flat" cmpd="sng" algn="ctr">
          <a:solidFill>
            <a:schemeClr val="accent4">
              <a:alpha val="90000"/>
              <a:tint val="55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Times New Roman" panose="02020603050405020304" pitchFamily="18" charset="0"/>
              <a:cs typeface="Times New Roman" panose="02020603050405020304" pitchFamily="18" charset="0"/>
            </a:rPr>
            <a:t>Description:</a:t>
          </a:r>
        </a:p>
        <a:p>
          <a:pPr marL="171450" lvl="1" indent="-171450" algn="l" defTabSz="800100">
            <a:lnSpc>
              <a:spcPct val="90000"/>
            </a:lnSpc>
            <a:spcBef>
              <a:spcPct val="0"/>
            </a:spcBef>
            <a:spcAft>
              <a:spcPct val="15000"/>
            </a:spcAft>
            <a:buNone/>
          </a:pPr>
          <a:r>
            <a:rPr lang="en-US" sz="1800" b="0" kern="1200" dirty="0">
              <a:latin typeface="Times New Roman" panose="02020603050405020304" pitchFamily="18" charset="0"/>
              <a:cs typeface="Times New Roman" panose="02020603050405020304" pitchFamily="18" charset="0"/>
            </a:rPr>
            <a:t>This option lets the user to open a previously saved program.</a:t>
          </a:r>
        </a:p>
      </dsp:txBody>
      <dsp:txXfrm>
        <a:off x="0" y="727487"/>
        <a:ext cx="10058399" cy="7699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8D70D-5890-4A1E-9831-6BEBBEE8E27E}">
      <dsp:nvSpPr>
        <dsp:cNvPr id="0" name=""/>
        <dsp:cNvSpPr/>
      </dsp:nvSpPr>
      <dsp:spPr>
        <a:xfrm>
          <a:off x="0" y="305"/>
          <a:ext cx="10058399" cy="71163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 Exit (choice 6)</a:t>
          </a:r>
          <a:endParaRPr lang="en-US" sz="3200" b="1" kern="120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0" y="305"/>
        <a:ext cx="10058399" cy="711630"/>
      </dsp:txXfrm>
    </dsp:sp>
    <dsp:sp modelId="{07097741-2A1B-4D55-B245-52B12DB9A6B9}">
      <dsp:nvSpPr>
        <dsp:cNvPr id="0" name=""/>
        <dsp:cNvSpPr/>
      </dsp:nvSpPr>
      <dsp:spPr>
        <a:xfrm>
          <a:off x="0" y="711935"/>
          <a:ext cx="10058399" cy="922320"/>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Times New Roman" panose="02020603050405020304" pitchFamily="18" charset="0"/>
              <a:cs typeface="Times New Roman" panose="02020603050405020304" pitchFamily="18" charset="0"/>
            </a:rPr>
            <a:t>Description:</a:t>
          </a:r>
        </a:p>
        <a:p>
          <a:pPr marL="171450" lvl="1" indent="-171450" algn="l" defTabSz="800100">
            <a:lnSpc>
              <a:spcPct val="90000"/>
            </a:lnSpc>
            <a:spcBef>
              <a:spcPct val="0"/>
            </a:spcBef>
            <a:spcAft>
              <a:spcPct val="15000"/>
            </a:spcAft>
            <a:buNone/>
          </a:pPr>
          <a:r>
            <a:rPr lang="en-US" sz="1800" kern="1200" dirty="0">
              <a:latin typeface="Times New Roman" panose="02020603050405020304" pitchFamily="18" charset="0"/>
              <a:cs typeface="Times New Roman" panose="02020603050405020304" pitchFamily="18" charset="0"/>
            </a:rPr>
            <a:t>This option ends the program with a thank you message.</a:t>
          </a:r>
        </a:p>
      </dsp:txBody>
      <dsp:txXfrm>
        <a:off x="0" y="711935"/>
        <a:ext cx="10058399" cy="922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4A906-6CC8-4074-80C0-DE153C66A324}">
      <dsp:nvSpPr>
        <dsp:cNvPr id="0" name=""/>
        <dsp:cNvSpPr/>
      </dsp:nvSpPr>
      <dsp:spPr>
        <a:xfrm>
          <a:off x="0" y="44188"/>
          <a:ext cx="10217265" cy="1216800"/>
        </a:xfrm>
        <a:prstGeom prst="roundRect">
          <a:avLst/>
        </a:prstGeom>
        <a:solidFill>
          <a:schemeClr val="accent4"/>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Conclusion</a:t>
          </a:r>
          <a:endParaRPr lang="en-US" sz="3200" b="1" kern="12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59399" y="103587"/>
        <a:ext cx="10098467"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160EA64-D806-43AC-9DF2-F8C432F32B4C}" type="datetimeFigureOut">
              <a:rPr lang="en-US" smtClean="0"/>
              <a:t>9/2/2025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71040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249351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990334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692286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4419315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90626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2173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3193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45690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963994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1245488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78873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842680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2195707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98408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643041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58994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160EA64-D806-43AC-9DF2-F8C432F32B4C}" type="datetimeFigureOut">
              <a:rPr lang="en-US" smtClean="0"/>
              <a:t>9/2/2025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492810931"/>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6.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7.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9.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0.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1.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E7C9E4AA-A9F6-4D51-BF32-6478280D9B27}"/>
              </a:ext>
            </a:extLst>
          </p:cNvPr>
          <p:cNvGraphicFramePr/>
          <p:nvPr>
            <p:extLst>
              <p:ext uri="{D42A27DB-BD31-4B8C-83A1-F6EECF244321}">
                <p14:modId xmlns:p14="http://schemas.microsoft.com/office/powerpoint/2010/main" val="1386079982"/>
              </p:ext>
            </p:extLst>
          </p:nvPr>
        </p:nvGraphicFramePr>
        <p:xfrm>
          <a:off x="3685309" y="1514764"/>
          <a:ext cx="4786567" cy="2572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2.png" descr="Image result for east west university">
            <a:extLst>
              <a:ext uri="{FF2B5EF4-FFF2-40B4-BE49-F238E27FC236}">
                <a16:creationId xmlns:a16="http://schemas.microsoft.com/office/drawing/2014/main" id="{52FC15B4-8368-4371-89A4-D22B8AB072EE}"/>
              </a:ext>
            </a:extLst>
          </p:cNvPr>
          <p:cNvPicPr/>
          <p:nvPr/>
        </p:nvPicPr>
        <p:blipFill>
          <a:blip r:embed="rId7"/>
          <a:srcRect/>
          <a:stretch>
            <a:fillRect/>
          </a:stretch>
        </p:blipFill>
        <p:spPr>
          <a:xfrm>
            <a:off x="3010201" y="198171"/>
            <a:ext cx="6005342" cy="1316593"/>
          </a:xfrm>
          <a:prstGeom prst="rect">
            <a:avLst/>
          </a:prstGeom>
          <a:ln/>
        </p:spPr>
      </p:pic>
      <p:sp>
        <p:nvSpPr>
          <p:cNvPr id="8" name="TextBox 7">
            <a:extLst>
              <a:ext uri="{FF2B5EF4-FFF2-40B4-BE49-F238E27FC236}">
                <a16:creationId xmlns:a16="http://schemas.microsoft.com/office/drawing/2014/main" id="{6E24B9BF-E1B5-4EEF-8917-6FAE38A94963}"/>
              </a:ext>
            </a:extLst>
          </p:cNvPr>
          <p:cNvSpPr txBox="1"/>
          <p:nvPr/>
        </p:nvSpPr>
        <p:spPr>
          <a:xfrm>
            <a:off x="3685309" y="4065211"/>
            <a:ext cx="9869805" cy="2677656"/>
          </a:xfrm>
          <a:prstGeom prst="rect">
            <a:avLst/>
          </a:prstGeom>
          <a:noFill/>
        </p:spPr>
        <p:txBody>
          <a:bodyPr wrap="square" rtlCol="0">
            <a:spAutoFit/>
          </a:bodyPr>
          <a:lstStyle/>
          <a:p>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Submitted by:</a:t>
            </a:r>
          </a:p>
          <a:p>
            <a:pPr marL="457200" indent="-457200">
              <a:buFont typeface="+mj-lt"/>
              <a:buAutoNum type="arabicPeriod"/>
            </a:pP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MD. Rakib Hassan Pial (2025-2-60-064)</a:t>
            </a:r>
          </a:p>
          <a:p>
            <a:pPr marL="457200" indent="-457200">
              <a:buFont typeface="+mj-lt"/>
              <a:buAutoNum type="arabicPeriod"/>
            </a:pP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Hamim Khan (2025-2-60-065)</a:t>
            </a:r>
          </a:p>
          <a:p>
            <a:pPr marL="457200" indent="-457200">
              <a:buFont typeface="+mj-lt"/>
              <a:buAutoNum type="arabicPeriod"/>
            </a:pP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Syeda</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Shazia</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Binte</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Alam</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(2025-2-60-066)</a:t>
            </a:r>
          </a:p>
          <a:p>
            <a:pPr marL="457200" indent="-457200">
              <a:buFont typeface="+mj-lt"/>
              <a:buAutoNum type="arabicPeriod"/>
            </a:pP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Irshia</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Haque (2025-2-60-067)</a:t>
            </a:r>
          </a:p>
          <a:p>
            <a:pPr marL="457200" indent="-457200">
              <a:buFont typeface="+mj-lt"/>
              <a:buAutoNum type="arabicPeriod"/>
            </a:pP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Nabil </a:t>
            </a:r>
            <a:r>
              <a:rPr lang="en-US" sz="2000" b="1" dirty="0" err="1">
                <a:solidFill>
                  <a:schemeClr val="bg1">
                    <a:lumMod val="95000"/>
                    <a:lumOff val="5000"/>
                  </a:schemeClr>
                </a:solidFill>
                <a:latin typeface="Times New Roman" panose="02020603050405020304" pitchFamily="18" charset="0"/>
                <a:cs typeface="Times New Roman" panose="02020603050405020304" pitchFamily="18" charset="0"/>
              </a:rPr>
              <a:t>Arefin</a:t>
            </a: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 (2025-2-60-069)</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7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a:extLst>
              <a:ext uri="{FF2B5EF4-FFF2-40B4-BE49-F238E27FC236}">
                <a16:creationId xmlns:a16="http://schemas.microsoft.com/office/drawing/2014/main" id="{C1AE720F-3323-4CFA-BCB4-EF7FFF25A4DE}"/>
              </a:ext>
            </a:extLst>
          </p:cNvPr>
          <p:cNvGraphicFramePr/>
          <p:nvPr>
            <p:extLst>
              <p:ext uri="{D42A27DB-BD31-4B8C-83A1-F6EECF244321}">
                <p14:modId xmlns:p14="http://schemas.microsoft.com/office/powerpoint/2010/main" val="3508359570"/>
              </p:ext>
            </p:extLst>
          </p:nvPr>
        </p:nvGraphicFramePr>
        <p:xfrm>
          <a:off x="1097280" y="286603"/>
          <a:ext cx="10058400" cy="978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Content Placeholder 13">
            <a:extLst>
              <a:ext uri="{FF2B5EF4-FFF2-40B4-BE49-F238E27FC236}">
                <a16:creationId xmlns:a16="http://schemas.microsoft.com/office/drawing/2014/main" id="{3AC1B923-0E1D-47F5-B7DE-745147D7E043}"/>
              </a:ext>
            </a:extLst>
          </p:cNvPr>
          <p:cNvGraphicFramePr>
            <a:graphicFrameLocks noGrp="1"/>
          </p:cNvGraphicFramePr>
          <p:nvPr>
            <p:ph idx="1"/>
            <p:extLst>
              <p:ext uri="{D42A27DB-BD31-4B8C-83A1-F6EECF244321}">
                <p14:modId xmlns:p14="http://schemas.microsoft.com/office/powerpoint/2010/main" val="2839253785"/>
              </p:ext>
            </p:extLst>
          </p:nvPr>
        </p:nvGraphicFramePr>
        <p:xfrm>
          <a:off x="1096112" y="1930399"/>
          <a:ext cx="10058400" cy="38998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Rectangle 5">
            <a:extLst>
              <a:ext uri="{FF2B5EF4-FFF2-40B4-BE49-F238E27FC236}">
                <a16:creationId xmlns:a16="http://schemas.microsoft.com/office/drawing/2014/main" id="{14BC7FE3-754C-4A34-A862-2BD4DDFC7876}"/>
              </a:ext>
            </a:extLst>
          </p:cNvPr>
          <p:cNvSpPr>
            <a:spLocks noChangeArrowheads="1"/>
          </p:cNvSpPr>
          <p:nvPr/>
        </p:nvSpPr>
        <p:spPr bwMode="auto">
          <a:xfrm rot="6656899">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ubtitle 5">
            <a:extLst>
              <a:ext uri="{FF2B5EF4-FFF2-40B4-BE49-F238E27FC236}">
                <a16:creationId xmlns:a16="http://schemas.microsoft.com/office/drawing/2014/main" id="{D3B4A04A-3462-4A5A-B0BA-FDCEDCF74E67}"/>
              </a:ext>
            </a:extLst>
          </p:cNvPr>
          <p:cNvSpPr>
            <a:spLocks noGrp="1"/>
          </p:cNvSpPr>
          <p:nvPr/>
        </p:nvSpPr>
        <p:spPr>
          <a:xfrm rot="6656899">
            <a:off x="914400" y="1381125"/>
            <a:ext cx="118745" cy="216535"/>
          </a:xfrm>
          <a:prstGeom prst="rect">
            <a:avLst/>
          </a:prstGeom>
        </p:spPr>
        <p:txBody>
          <a:bodyPr vert="horz" lIns="91440" tIns="45720" rIns="91440" bIns="45720" rtlCol="0">
            <a:normAutofit fontScale="55000" lnSpcReduction="20000"/>
          </a:bodyPr>
          <a:lstStyle/>
          <a:p>
            <a:endParaRPr lang="en-US"/>
          </a:p>
        </p:txBody>
      </p:sp>
    </p:spTree>
    <p:extLst>
      <p:ext uri="{BB962C8B-B14F-4D97-AF65-F5344CB8AC3E}">
        <p14:creationId xmlns:p14="http://schemas.microsoft.com/office/powerpoint/2010/main" val="411460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9F6EB-0B26-FE51-13E8-8B4CF3D6C783}"/>
              </a:ext>
            </a:extLst>
          </p:cNvPr>
          <p:cNvSpPr>
            <a:spLocks noGrp="1"/>
          </p:cNvSpPr>
          <p:nvPr>
            <p:ph idx="1"/>
          </p:nvPr>
        </p:nvSpPr>
        <p:spPr>
          <a:xfrm>
            <a:off x="1268963" y="1147666"/>
            <a:ext cx="9778448" cy="4699519"/>
          </a:xfrm>
        </p:spPr>
        <p:txBody>
          <a:bodyPr>
            <a:normAutofit fontScale="92500" lnSpcReduction="20000"/>
          </a:bodyPr>
          <a:lstStyle/>
          <a:p>
            <a:pPr marL="0" indent="0">
              <a:buNone/>
            </a:pPr>
            <a:r>
              <a:rPr lang="en-SG" b="1" u="sng" dirty="0">
                <a:solidFill>
                  <a:schemeClr val="bg1"/>
                </a:solidFill>
                <a:latin typeface="Times New Roman" panose="02020603050405020304" pitchFamily="18" charset="0"/>
                <a:cs typeface="Times New Roman" panose="02020603050405020304" pitchFamily="18" charset="0"/>
              </a:rPr>
              <a:t>Project Goal</a:t>
            </a:r>
          </a:p>
          <a:p>
            <a:r>
              <a:rPr lang="en-SG" dirty="0">
                <a:solidFill>
                  <a:schemeClr val="bg1"/>
                </a:solidFill>
                <a:latin typeface="Times New Roman" panose="02020603050405020304" pitchFamily="18" charset="0"/>
                <a:cs typeface="Times New Roman" panose="02020603050405020304" pitchFamily="18" charset="0"/>
              </a:rPr>
              <a:t>To build a simple C-based system that allows booking and managing seats in a ceremony system.</a:t>
            </a:r>
          </a:p>
          <a:p>
            <a:pPr marL="0" indent="0">
              <a:buNone/>
            </a:pPr>
            <a:endParaRPr lang="en-SG" dirty="0">
              <a:solidFill>
                <a:schemeClr val="bg1"/>
              </a:solidFill>
              <a:latin typeface="Times New Roman" panose="02020603050405020304" pitchFamily="18" charset="0"/>
              <a:cs typeface="Times New Roman" panose="02020603050405020304" pitchFamily="18" charset="0"/>
            </a:endParaRPr>
          </a:p>
          <a:p>
            <a:pPr marL="0" indent="0">
              <a:buNone/>
            </a:pPr>
            <a:r>
              <a:rPr lang="en-SG" b="1" u="sng" dirty="0">
                <a:solidFill>
                  <a:schemeClr val="bg1"/>
                </a:solidFill>
                <a:latin typeface="Times New Roman" panose="02020603050405020304" pitchFamily="18" charset="0"/>
                <a:cs typeface="Times New Roman" panose="02020603050405020304" pitchFamily="18" charset="0"/>
              </a:rPr>
              <a:t>Key Features</a:t>
            </a:r>
          </a:p>
          <a:p>
            <a:r>
              <a:rPr lang="en-SG" dirty="0">
                <a:solidFill>
                  <a:schemeClr val="bg1"/>
                </a:solidFill>
                <a:latin typeface="Times New Roman" panose="02020603050405020304" pitchFamily="18" charset="0"/>
                <a:cs typeface="Times New Roman" panose="02020603050405020304" pitchFamily="18" charset="0"/>
              </a:rPr>
              <a:t>Display seating chart</a:t>
            </a:r>
          </a:p>
          <a:p>
            <a:r>
              <a:rPr lang="en-SG" dirty="0">
                <a:solidFill>
                  <a:schemeClr val="bg1"/>
                </a:solidFill>
                <a:latin typeface="Times New Roman" panose="02020603050405020304" pitchFamily="18" charset="0"/>
                <a:cs typeface="Times New Roman" panose="02020603050405020304" pitchFamily="18" charset="0"/>
              </a:rPr>
              <a:t>Book, cancel, and update seats</a:t>
            </a:r>
          </a:p>
          <a:p>
            <a:r>
              <a:rPr lang="en-SG" dirty="0">
                <a:solidFill>
                  <a:schemeClr val="bg1"/>
                </a:solidFill>
                <a:latin typeface="Times New Roman" panose="02020603050405020304" pitchFamily="18" charset="0"/>
                <a:cs typeface="Times New Roman" panose="02020603050405020304" pitchFamily="18" charset="0"/>
              </a:rPr>
              <a:t>Save/Load seat data via text file</a:t>
            </a:r>
          </a:p>
          <a:p>
            <a:r>
              <a:rPr lang="en-SG" dirty="0">
                <a:solidFill>
                  <a:schemeClr val="bg1"/>
                </a:solidFill>
                <a:latin typeface="Times New Roman" panose="02020603050405020304" pitchFamily="18" charset="0"/>
                <a:cs typeface="Times New Roman" panose="02020603050405020304" pitchFamily="18" charset="0"/>
              </a:rPr>
              <a:t>Error handling &amp; validation</a:t>
            </a:r>
          </a:p>
          <a:p>
            <a:r>
              <a:rPr lang="en-SG" dirty="0">
                <a:solidFill>
                  <a:schemeClr val="bg1"/>
                </a:solidFill>
                <a:latin typeface="Times New Roman" panose="02020603050405020304" pitchFamily="18" charset="0"/>
                <a:cs typeface="Times New Roman" panose="02020603050405020304" pitchFamily="18" charset="0"/>
              </a:rPr>
              <a:t>User friendly menu system</a:t>
            </a:r>
          </a:p>
        </p:txBody>
      </p:sp>
      <p:sp>
        <p:nvSpPr>
          <p:cNvPr id="4" name="Rectangle: Rounded Corners 3">
            <a:extLst>
              <a:ext uri="{FF2B5EF4-FFF2-40B4-BE49-F238E27FC236}">
                <a16:creationId xmlns:a16="http://schemas.microsoft.com/office/drawing/2014/main" id="{7E3F48E0-23EF-0FC3-301C-220BF6EB8C18}"/>
              </a:ext>
            </a:extLst>
          </p:cNvPr>
          <p:cNvSpPr/>
          <p:nvPr/>
        </p:nvSpPr>
        <p:spPr>
          <a:xfrm>
            <a:off x="1268963" y="186613"/>
            <a:ext cx="4127208" cy="76511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Overview</a:t>
            </a:r>
          </a:p>
        </p:txBody>
      </p:sp>
    </p:spTree>
    <p:extLst>
      <p:ext uri="{BB962C8B-B14F-4D97-AF65-F5344CB8AC3E}">
        <p14:creationId xmlns:p14="http://schemas.microsoft.com/office/powerpoint/2010/main" val="2446940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5874AF5-7BDE-E901-3F6D-76D2E5C11812}"/>
              </a:ext>
            </a:extLst>
          </p:cNvPr>
          <p:cNvSpPr/>
          <p:nvPr/>
        </p:nvSpPr>
        <p:spPr>
          <a:xfrm>
            <a:off x="2668555" y="298580"/>
            <a:ext cx="6671388" cy="1054359"/>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Programming Concepts Used</a:t>
            </a:r>
          </a:p>
        </p:txBody>
      </p:sp>
      <p:sp>
        <p:nvSpPr>
          <p:cNvPr id="6" name="Oval 5">
            <a:extLst>
              <a:ext uri="{FF2B5EF4-FFF2-40B4-BE49-F238E27FC236}">
                <a16:creationId xmlns:a16="http://schemas.microsoft.com/office/drawing/2014/main" id="{38407702-C715-7F0C-5C49-63B57E6FDE0F}"/>
              </a:ext>
            </a:extLst>
          </p:cNvPr>
          <p:cNvSpPr/>
          <p:nvPr/>
        </p:nvSpPr>
        <p:spPr>
          <a:xfrm>
            <a:off x="1156996" y="2108718"/>
            <a:ext cx="2621902" cy="1054359"/>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rPr>
              <a:t>FUNCTIONS</a:t>
            </a:r>
          </a:p>
        </p:txBody>
      </p:sp>
      <p:sp>
        <p:nvSpPr>
          <p:cNvPr id="8" name="Oval 7">
            <a:extLst>
              <a:ext uri="{FF2B5EF4-FFF2-40B4-BE49-F238E27FC236}">
                <a16:creationId xmlns:a16="http://schemas.microsoft.com/office/drawing/2014/main" id="{BD066BFB-5BED-4027-C0F4-BC58B5EFFB65}"/>
              </a:ext>
            </a:extLst>
          </p:cNvPr>
          <p:cNvSpPr/>
          <p:nvPr/>
        </p:nvSpPr>
        <p:spPr>
          <a:xfrm>
            <a:off x="5047861" y="2108717"/>
            <a:ext cx="2463282" cy="1054359"/>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rPr>
              <a:t>2D ARRAYS</a:t>
            </a:r>
          </a:p>
        </p:txBody>
      </p:sp>
      <p:sp>
        <p:nvSpPr>
          <p:cNvPr id="9" name="Oval 8">
            <a:extLst>
              <a:ext uri="{FF2B5EF4-FFF2-40B4-BE49-F238E27FC236}">
                <a16:creationId xmlns:a16="http://schemas.microsoft.com/office/drawing/2014/main" id="{D41CCF68-6F5E-969C-EA41-DCF094F7F132}"/>
              </a:ext>
            </a:extLst>
          </p:cNvPr>
          <p:cNvSpPr/>
          <p:nvPr/>
        </p:nvSpPr>
        <p:spPr>
          <a:xfrm>
            <a:off x="8780106" y="2108717"/>
            <a:ext cx="2463282" cy="1054359"/>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rPr>
              <a:t>LOOPS</a:t>
            </a:r>
          </a:p>
        </p:txBody>
      </p:sp>
      <p:sp>
        <p:nvSpPr>
          <p:cNvPr id="10" name="Oval 9">
            <a:extLst>
              <a:ext uri="{FF2B5EF4-FFF2-40B4-BE49-F238E27FC236}">
                <a16:creationId xmlns:a16="http://schemas.microsoft.com/office/drawing/2014/main" id="{97EBB320-24FD-F958-68C6-6C0034506FB2}"/>
              </a:ext>
            </a:extLst>
          </p:cNvPr>
          <p:cNvSpPr/>
          <p:nvPr/>
        </p:nvSpPr>
        <p:spPr>
          <a:xfrm>
            <a:off x="2286000" y="3928185"/>
            <a:ext cx="3172407" cy="1147663"/>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rPr>
              <a:t>CONDITIONALS</a:t>
            </a:r>
          </a:p>
        </p:txBody>
      </p:sp>
      <p:sp>
        <p:nvSpPr>
          <p:cNvPr id="11" name="Oval 10">
            <a:extLst>
              <a:ext uri="{FF2B5EF4-FFF2-40B4-BE49-F238E27FC236}">
                <a16:creationId xmlns:a16="http://schemas.microsoft.com/office/drawing/2014/main" id="{2FAA1F1F-62AF-8FDA-BF6F-53B64AF1153A}"/>
              </a:ext>
            </a:extLst>
          </p:cNvPr>
          <p:cNvSpPr/>
          <p:nvPr/>
        </p:nvSpPr>
        <p:spPr>
          <a:xfrm>
            <a:off x="6951306" y="3928185"/>
            <a:ext cx="2864497" cy="1147663"/>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rPr>
              <a:t>FILE HANDLING</a:t>
            </a:r>
          </a:p>
        </p:txBody>
      </p:sp>
    </p:spTree>
    <p:extLst>
      <p:ext uri="{BB962C8B-B14F-4D97-AF65-F5344CB8AC3E}">
        <p14:creationId xmlns:p14="http://schemas.microsoft.com/office/powerpoint/2010/main" val="4193359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1DB26-8081-E114-36FE-C9CF247247F1}"/>
              </a:ext>
            </a:extLst>
          </p:cNvPr>
          <p:cNvSpPr>
            <a:spLocks noGrp="1"/>
          </p:cNvSpPr>
          <p:nvPr>
            <p:ph idx="1"/>
          </p:nvPr>
        </p:nvSpPr>
        <p:spPr>
          <a:xfrm>
            <a:off x="1142999" y="2235200"/>
            <a:ext cx="9905999" cy="3938955"/>
          </a:xfrm>
        </p:spPr>
        <p:txBody>
          <a:bodyPr/>
          <a:lstStyle/>
          <a:p>
            <a:r>
              <a:rPr lang="en-US" sz="3200" dirty="0">
                <a:solidFill>
                  <a:schemeClr val="bg1"/>
                </a:solidFill>
              </a:rPr>
              <a:t>2.1 Head Message:</a:t>
            </a:r>
          </a:p>
          <a:p>
            <a:pPr marL="0" indent="0">
              <a:buNone/>
            </a:pPr>
            <a:r>
              <a:rPr lang="en-US" sz="2800" b="1" dirty="0">
                <a:solidFill>
                  <a:schemeClr val="bg1"/>
                </a:solidFill>
              </a:rPr>
              <a:t>Description:</a:t>
            </a:r>
          </a:p>
          <a:p>
            <a:r>
              <a:rPr lang="en-US" dirty="0">
                <a:solidFill>
                  <a:schemeClr val="bg1"/>
                </a:solidFill>
              </a:rPr>
              <a:t>This function displays the header of the program. It shows the title “Ceremony Seat Management System” in a decorative format. It does not take any input and only produces an output message on the screen to introduce the system to the user. </a:t>
            </a:r>
          </a:p>
        </p:txBody>
      </p:sp>
      <p:sp>
        <p:nvSpPr>
          <p:cNvPr id="4" name="Rectangle: Rounded Corners 3">
            <a:extLst>
              <a:ext uri="{FF2B5EF4-FFF2-40B4-BE49-F238E27FC236}">
                <a16:creationId xmlns:a16="http://schemas.microsoft.com/office/drawing/2014/main" id="{EE906540-5F24-92A0-D200-FD8A1C36E53F}"/>
              </a:ext>
            </a:extLst>
          </p:cNvPr>
          <p:cNvSpPr/>
          <p:nvPr/>
        </p:nvSpPr>
        <p:spPr>
          <a:xfrm>
            <a:off x="1142999" y="605691"/>
            <a:ext cx="9905997" cy="11176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2.ALL FUNCTION DESCRIPTION WITH OUTPUTS</a:t>
            </a:r>
            <a:endParaRPr lang="en-US" sz="32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3220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F74D-CCA5-4E22-3019-07DEBD7FD753}"/>
              </a:ext>
            </a:extLst>
          </p:cNvPr>
          <p:cNvSpPr>
            <a:spLocks noGrp="1"/>
          </p:cNvSpPr>
          <p:nvPr>
            <p:ph type="title"/>
          </p:nvPr>
        </p:nvSpPr>
        <p:spPr>
          <a:xfrm flipV="1">
            <a:off x="3462216" y="2804500"/>
            <a:ext cx="3462215" cy="138113"/>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EE847E54-8AC6-363C-0CCE-9B4190076E38}"/>
              </a:ext>
            </a:extLst>
          </p:cNvPr>
          <p:cNvPicPr>
            <a:picLocks noGrp="1" noChangeAspect="1"/>
          </p:cNvPicPr>
          <p:nvPr>
            <p:ph idx="1"/>
          </p:nvPr>
        </p:nvPicPr>
        <p:blipFill>
          <a:blip r:embed="rId2"/>
          <a:stretch>
            <a:fillRect/>
          </a:stretch>
        </p:blipFill>
        <p:spPr>
          <a:xfrm>
            <a:off x="1359877" y="1938216"/>
            <a:ext cx="9710613" cy="3907692"/>
          </a:xfrm>
          <a:prstGeom prst="rect">
            <a:avLst/>
          </a:prstGeom>
        </p:spPr>
      </p:pic>
      <p:sp>
        <p:nvSpPr>
          <p:cNvPr id="7" name="Rectangle: Rounded Corners 6">
            <a:extLst>
              <a:ext uri="{FF2B5EF4-FFF2-40B4-BE49-F238E27FC236}">
                <a16:creationId xmlns:a16="http://schemas.microsoft.com/office/drawing/2014/main" id="{AE0BC2FF-4B6C-404B-D45F-965F3059BA3B}"/>
              </a:ext>
            </a:extLst>
          </p:cNvPr>
          <p:cNvSpPr/>
          <p:nvPr/>
        </p:nvSpPr>
        <p:spPr>
          <a:xfrm>
            <a:off x="1359877" y="875323"/>
            <a:ext cx="3501292" cy="828431"/>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110640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3DDCD-AD8D-4BCD-90A8-99CA2578B8CC}"/>
              </a:ext>
            </a:extLst>
          </p:cNvPr>
          <p:cNvSpPr>
            <a:spLocks noGrp="1"/>
          </p:cNvSpPr>
          <p:nvPr>
            <p:ph type="title"/>
          </p:nvPr>
        </p:nvSpPr>
        <p:spPr/>
        <p:txBody>
          <a:bodyPr>
            <a:normAutofit fontScale="90000"/>
          </a:bodyPr>
          <a:lstStyle/>
          <a:p>
            <a:br>
              <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br>
              <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5DF3D2-0AEE-44F1-8178-58F3A4EB7D8B}"/>
              </a:ext>
            </a:extLst>
          </p:cNvPr>
          <p:cNvSpPr>
            <a:spLocks noGrp="1"/>
          </p:cNvSpPr>
          <p:nvPr>
            <p:ph idx="1"/>
          </p:nvPr>
        </p:nvSpPr>
        <p:spPr>
          <a:xfrm>
            <a:off x="1401273" y="851877"/>
            <a:ext cx="9386277" cy="4587631"/>
          </a:xfrm>
        </p:spPr>
        <p:txBody>
          <a:bodyPr>
            <a:normAutofit/>
          </a:bodyPr>
          <a:lstStyle/>
          <a:p>
            <a:pPr marL="0" indent="0">
              <a:buNone/>
            </a:pPr>
            <a:endParaRPr lang="en-US" sz="32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indent="0">
              <a:spcBef>
                <a:spcPts val="0"/>
              </a:spcBef>
              <a:spcAft>
                <a:spcPts val="0"/>
              </a:spcAft>
              <a:buNone/>
            </a:pPr>
            <a:r>
              <a:rPr lang="en-US" sz="3200" dirty="0">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spcBef>
                <a:spcPts val="0"/>
              </a:spcBef>
              <a:spcAft>
                <a:spcPts val="0"/>
              </a:spcAft>
              <a:buNone/>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AU" sz="2800" b="1" dirty="0">
                <a:solidFill>
                  <a:schemeClr val="bg1"/>
                </a:solidFill>
                <a:effectLst/>
                <a:latin typeface="Times New Roman" panose="02020603050405020304" pitchFamily="18" charset="0"/>
                <a:ea typeface="Times New Roman" panose="02020603050405020304" pitchFamily="18" charset="0"/>
              </a:rPr>
              <a:t>Description:</a:t>
            </a:r>
            <a:endParaRPr lang="en-US" sz="2800" b="1" dirty="0">
              <a:solidFill>
                <a:schemeClr val="bg1"/>
              </a:solidFill>
              <a:effectLst/>
              <a:latin typeface="Times New Roman" panose="02020603050405020304" pitchFamily="18" charset="0"/>
              <a:ea typeface="Times New Roman" panose="02020603050405020304" pitchFamily="18" charset="0"/>
            </a:endParaRPr>
          </a:p>
          <a:p>
            <a:r>
              <a:rPr lang="en-AU" sz="2800" dirty="0">
                <a:solidFill>
                  <a:schemeClr val="bg1"/>
                </a:solidFill>
                <a:effectLst/>
                <a:latin typeface="Times New Roman" panose="02020603050405020304" pitchFamily="18" charset="0"/>
                <a:ea typeface="Times New Roman" panose="02020603050405020304" pitchFamily="18" charset="0"/>
              </a:rPr>
              <a:t>This macro function shows the current seating layout. Booked seats are marked as the guest's name and available seats are marked as </a:t>
            </a:r>
            <a:r>
              <a:rPr lang="en-AU" sz="2800" dirty="0">
                <a:solidFill>
                  <a:schemeClr val="bg1"/>
                </a:solidFill>
                <a:latin typeface="Times New Roman" panose="02020603050405020304" pitchFamily="18" charset="0"/>
                <a:ea typeface="Times New Roman" panose="02020603050405020304" pitchFamily="18" charset="0"/>
              </a:rPr>
              <a:t>‘</a:t>
            </a:r>
            <a:r>
              <a:rPr lang="en-AU" sz="2800" dirty="0">
                <a:solidFill>
                  <a:schemeClr val="bg1"/>
                </a:solidFill>
                <a:effectLst/>
                <a:latin typeface="Times New Roman" panose="02020603050405020304" pitchFamily="18" charset="0"/>
                <a:ea typeface="Times New Roman" panose="02020603050405020304" pitchFamily="18" charset="0"/>
              </a:rPr>
              <a:t>Available</a:t>
            </a:r>
            <a:r>
              <a:rPr lang="en-AU" sz="2800" dirty="0">
                <a:solidFill>
                  <a:schemeClr val="bg1"/>
                </a:solidFill>
                <a:latin typeface="Times New Roman" panose="02020603050405020304" pitchFamily="18" charset="0"/>
                <a:ea typeface="Times New Roman" panose="02020603050405020304" pitchFamily="18" charset="0"/>
              </a:rPr>
              <a:t>’</a:t>
            </a:r>
            <a:r>
              <a:rPr lang="en-AU" sz="2800" dirty="0">
                <a:solidFill>
                  <a:schemeClr val="bg1"/>
                </a:solidFill>
                <a:effectLst/>
                <a:latin typeface="Times New Roman" panose="02020603050405020304" pitchFamily="18" charset="0"/>
                <a:ea typeface="Times New Roman" panose="02020603050405020304" pitchFamily="18" charset="0"/>
              </a:rPr>
              <a:t>.</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84AE61A3-E2E0-7A58-EEDA-E0001813FAC5}"/>
              </a:ext>
            </a:extLst>
          </p:cNvPr>
          <p:cNvSpPr/>
          <p:nvPr/>
        </p:nvSpPr>
        <p:spPr>
          <a:xfrm>
            <a:off x="2026503" y="795096"/>
            <a:ext cx="8495323" cy="97167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 Display Seats (Macro Function)</a:t>
            </a:r>
            <a:endParaRPr lang="en-US" sz="3200" b="1" dirty="0">
              <a:solidFill>
                <a:schemeClr val="bg1"/>
              </a:solidFill>
            </a:endParaRPr>
          </a:p>
        </p:txBody>
      </p:sp>
    </p:spTree>
    <p:extLst>
      <p:ext uri="{BB962C8B-B14F-4D97-AF65-F5344CB8AC3E}">
        <p14:creationId xmlns:p14="http://schemas.microsoft.com/office/powerpoint/2010/main" val="360555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B426734-4672-4EEC-89E4-20103EA225BA}"/>
              </a:ext>
            </a:extLst>
          </p:cNvPr>
          <p:cNvGraphicFramePr/>
          <p:nvPr>
            <p:extLst>
              <p:ext uri="{D42A27DB-BD31-4B8C-83A1-F6EECF244321}">
                <p14:modId xmlns:p14="http://schemas.microsoft.com/office/powerpoint/2010/main" val="202981291"/>
              </p:ext>
            </p:extLst>
          </p:nvPr>
        </p:nvGraphicFramePr>
        <p:xfrm>
          <a:off x="960582" y="157017"/>
          <a:ext cx="3007360" cy="722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B005B5CD-4323-4A3B-8432-F9E15C2B3D64}"/>
              </a:ext>
            </a:extLst>
          </p:cNvPr>
          <p:cNvPicPr>
            <a:picLocks noGrp="1"/>
          </p:cNvPicPr>
          <p:nvPr>
            <p:ph idx="1"/>
          </p:nvPr>
        </p:nvPicPr>
        <p:blipFill>
          <a:blip r:embed="rId7" cstate="print">
            <a:extLst>
              <a:ext uri="{28A0092B-C50C-407E-A947-70E740481C1C}">
                <a14:useLocalDpi xmlns:a14="http://schemas.microsoft.com/office/drawing/2010/main" val="0"/>
              </a:ext>
            </a:extLst>
          </a:blip>
          <a:srcRect t="2626" r="23585" b="5068"/>
          <a:stretch>
            <a:fillRect/>
          </a:stretch>
        </p:blipFill>
        <p:spPr bwMode="auto">
          <a:xfrm>
            <a:off x="960582" y="1016000"/>
            <a:ext cx="8660156" cy="545513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7086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CE84966-80B6-4AD1-9636-676832BB9469}"/>
              </a:ext>
            </a:extLst>
          </p:cNvPr>
          <p:cNvGraphicFramePr/>
          <p:nvPr>
            <p:extLst>
              <p:ext uri="{D42A27DB-BD31-4B8C-83A1-F6EECF244321}">
                <p14:modId xmlns:p14="http://schemas.microsoft.com/office/powerpoint/2010/main" val="935816876"/>
              </p:ext>
            </p:extLst>
          </p:nvPr>
        </p:nvGraphicFramePr>
        <p:xfrm>
          <a:off x="1097280" y="286602"/>
          <a:ext cx="10058400" cy="16125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C4BC767-E74F-4133-BE0C-2D401B9D3C07}"/>
              </a:ext>
            </a:extLst>
          </p:cNvPr>
          <p:cNvSpPr txBox="1"/>
          <p:nvPr/>
        </p:nvSpPr>
        <p:spPr>
          <a:xfrm>
            <a:off x="1097280" y="988905"/>
            <a:ext cx="10058399" cy="1231106"/>
          </a:xfrm>
          <a:prstGeom prst="rect">
            <a:avLst/>
          </a:prstGeom>
          <a:noFill/>
        </p:spPr>
        <p:txBody>
          <a:bodyPr wrap="square" rtlCol="0">
            <a:spAutoFit/>
          </a:bodyPr>
          <a:lstStyle/>
          <a:p>
            <a:pPr marL="0" marR="0">
              <a:spcBef>
                <a:spcPts val="0"/>
              </a:spcBef>
              <a:spcAft>
                <a:spcPts val="0"/>
              </a:spcAft>
            </a:pPr>
            <a:r>
              <a:rPr lang="en-AU" b="1" dirty="0">
                <a:solidFill>
                  <a:schemeClr val="bg1"/>
                </a:solidFill>
                <a:latin typeface="Times New Roman" panose="02020603050405020304" pitchFamily="18" charset="0"/>
                <a:ea typeface="Times New Roman" panose="02020603050405020304" pitchFamily="18" charset="0"/>
              </a:rPr>
              <a:t>Description:</a:t>
            </a:r>
            <a:endParaRPr lang="en-US" b="1" dirty="0">
              <a:solidFill>
                <a:schemeClr val="bg1"/>
              </a:solidFill>
              <a:latin typeface="Times New Roman" panose="02020603050405020304" pitchFamily="18" charset="0"/>
              <a:ea typeface="Times New Roman" panose="02020603050405020304" pitchFamily="18" charset="0"/>
            </a:endParaRPr>
          </a:p>
          <a:p>
            <a:pPr marL="0" marR="0">
              <a:spcBef>
                <a:spcPts val="0"/>
              </a:spcBef>
              <a:spcAft>
                <a:spcPts val="0"/>
              </a:spcAft>
            </a:pPr>
            <a:r>
              <a:rPr lang="en-AU" dirty="0">
                <a:solidFill>
                  <a:schemeClr val="bg1"/>
                </a:solidFill>
                <a:effectLst/>
                <a:latin typeface="Times New Roman" panose="02020603050405020304" pitchFamily="18" charset="0"/>
                <a:ea typeface="Times New Roman" panose="02020603050405020304" pitchFamily="18" charset="0"/>
              </a:rPr>
              <a:t>This part lets the user book a seat by entering row, column, guest's name and contact number. It also prevents double booking</a:t>
            </a:r>
            <a:r>
              <a:rPr lang="en-AU" dirty="0">
                <a:solidFill>
                  <a:schemeClr val="bg1"/>
                </a:solidFill>
                <a:latin typeface="Times New Roman" panose="02020603050405020304" pitchFamily="18" charset="0"/>
                <a:ea typeface="Times New Roman" panose="02020603050405020304" pitchFamily="18" charset="0"/>
              </a:rPr>
              <a:t>.</a:t>
            </a:r>
            <a:endParaRPr lang="en-US" sz="1800" dirty="0">
              <a:solidFill>
                <a:schemeClr val="bg1"/>
              </a:solidFill>
              <a:effectLst/>
              <a:latin typeface="Times New Roman" panose="02020603050405020304" pitchFamily="18" charset="0"/>
              <a:ea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F3493654-D5BC-4097-B48F-5E7217D26A29}"/>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3031" r="19936" b="4882"/>
          <a:stretch>
            <a:fillRect/>
          </a:stretch>
        </p:blipFill>
        <p:spPr bwMode="auto">
          <a:xfrm>
            <a:off x="1097278" y="1899137"/>
            <a:ext cx="10058399" cy="42750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3173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ACCBABA0-E3B9-46F6-A51B-349839DF9B7A}"/>
              </a:ext>
            </a:extLst>
          </p:cNvPr>
          <p:cNvGraphicFramePr/>
          <p:nvPr>
            <p:extLst>
              <p:ext uri="{D42A27DB-BD31-4B8C-83A1-F6EECF244321}">
                <p14:modId xmlns:p14="http://schemas.microsoft.com/office/powerpoint/2010/main" val="2244580135"/>
              </p:ext>
            </p:extLst>
          </p:nvPr>
        </p:nvGraphicFramePr>
        <p:xfrm>
          <a:off x="1189644" y="665020"/>
          <a:ext cx="10058400" cy="895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a:extLst>
              <a:ext uri="{FF2B5EF4-FFF2-40B4-BE49-F238E27FC236}">
                <a16:creationId xmlns:a16="http://schemas.microsoft.com/office/drawing/2014/main" id="{BD088AEB-54BD-4FC1-BA6E-C79A3DC1966B}"/>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3361" r="20685" b="4707"/>
          <a:stretch>
            <a:fillRect/>
          </a:stretch>
        </p:blipFill>
        <p:spPr bwMode="auto">
          <a:xfrm>
            <a:off x="1189645" y="1992922"/>
            <a:ext cx="10058399" cy="42750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0417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408FAA0-4982-43A7-83EB-A169DA258503}"/>
              </a:ext>
            </a:extLst>
          </p:cNvPr>
          <p:cNvGraphicFramePr/>
          <p:nvPr>
            <p:extLst>
              <p:ext uri="{D42A27DB-BD31-4B8C-83A1-F6EECF244321}">
                <p14:modId xmlns:p14="http://schemas.microsoft.com/office/powerpoint/2010/main" val="1908581917"/>
              </p:ext>
            </p:extLst>
          </p:nvPr>
        </p:nvGraphicFramePr>
        <p:xfrm>
          <a:off x="1081578" y="92365"/>
          <a:ext cx="9781309" cy="2087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Content Placeholder 5">
            <a:extLst>
              <a:ext uri="{FF2B5EF4-FFF2-40B4-BE49-F238E27FC236}">
                <a16:creationId xmlns:a16="http://schemas.microsoft.com/office/drawing/2014/main" id="{CF22107F-5C7E-4A7E-BD8D-C2C594BF7C28}"/>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l="-17899" t="10783" r="22894" b="11448"/>
          <a:stretch/>
        </p:blipFill>
        <p:spPr bwMode="auto">
          <a:xfrm>
            <a:off x="-1209964" y="1800808"/>
            <a:ext cx="12072851" cy="45452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5169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51AF6B6-1F43-40ED-81A4-49B827F0AF04}"/>
              </a:ext>
            </a:extLst>
          </p:cNvPr>
          <p:cNvGraphicFramePr/>
          <p:nvPr>
            <p:extLst>
              <p:ext uri="{D42A27DB-BD31-4B8C-83A1-F6EECF244321}">
                <p14:modId xmlns:p14="http://schemas.microsoft.com/office/powerpoint/2010/main" val="88685886"/>
              </p:ext>
            </p:extLst>
          </p:nvPr>
        </p:nvGraphicFramePr>
        <p:xfrm>
          <a:off x="1171171" y="659785"/>
          <a:ext cx="10058400" cy="1542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3674CBDA-9712-4F00-830D-9D518B760FAC}"/>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2298" r="19647" b="4885"/>
          <a:stretch>
            <a:fillRect/>
          </a:stretch>
        </p:blipFill>
        <p:spPr bwMode="auto">
          <a:xfrm>
            <a:off x="1171171" y="2352431"/>
            <a:ext cx="10058400" cy="41577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8836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F61C6FD-FB94-41DB-B08B-CE1773AA0E7D}"/>
              </a:ext>
            </a:extLst>
          </p:cNvPr>
          <p:cNvGraphicFramePr/>
          <p:nvPr>
            <p:extLst>
              <p:ext uri="{D42A27DB-BD31-4B8C-83A1-F6EECF244321}">
                <p14:modId xmlns:p14="http://schemas.microsoft.com/office/powerpoint/2010/main" val="1544542605"/>
              </p:ext>
            </p:extLst>
          </p:nvPr>
        </p:nvGraphicFramePr>
        <p:xfrm>
          <a:off x="1097280" y="286603"/>
          <a:ext cx="10058400" cy="151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E3010775-72DC-45BB-875B-378AC85F1626}"/>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4600" r="18913" b="4834"/>
          <a:stretch>
            <a:fillRect/>
          </a:stretch>
        </p:blipFill>
        <p:spPr bwMode="auto">
          <a:xfrm>
            <a:off x="1097280" y="1801091"/>
            <a:ext cx="10058400" cy="49123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0144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FD98D5A-06A4-4174-9A46-D0FAF54C6ACD}"/>
              </a:ext>
            </a:extLst>
          </p:cNvPr>
          <p:cNvGraphicFramePr/>
          <p:nvPr>
            <p:extLst>
              <p:ext uri="{D42A27DB-BD31-4B8C-83A1-F6EECF244321}">
                <p14:modId xmlns:p14="http://schemas.microsoft.com/office/powerpoint/2010/main" val="1649137306"/>
              </p:ext>
            </p:extLst>
          </p:nvPr>
        </p:nvGraphicFramePr>
        <p:xfrm>
          <a:off x="1097280" y="286603"/>
          <a:ext cx="10058400" cy="1634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8555CB66-B6FC-4D78-AAD9-8BC2D4738490}"/>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l="-55170" t="63945" r="35434" b="5325"/>
          <a:stretch/>
        </p:blipFill>
        <p:spPr bwMode="auto">
          <a:xfrm>
            <a:off x="-7548274" y="1921164"/>
            <a:ext cx="18703954" cy="45030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6162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9C8363E-E27C-4613-9D41-B52115892575}"/>
              </a:ext>
            </a:extLst>
          </p:cNvPr>
          <p:cNvGraphicFramePr/>
          <p:nvPr>
            <p:extLst>
              <p:ext uri="{D42A27DB-BD31-4B8C-83A1-F6EECF244321}">
                <p14:modId xmlns:p14="http://schemas.microsoft.com/office/powerpoint/2010/main" val="4226027705"/>
              </p:ext>
            </p:extLst>
          </p:nvPr>
        </p:nvGraphicFramePr>
        <p:xfrm>
          <a:off x="1097279" y="147781"/>
          <a:ext cx="10217265" cy="1320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a:extLst>
              <a:ext uri="{FF2B5EF4-FFF2-40B4-BE49-F238E27FC236}">
                <a16:creationId xmlns:a16="http://schemas.microsoft.com/office/drawing/2014/main" id="{8D0ECA77-D252-41E3-812B-03CE12EBF1FE}"/>
              </a:ext>
            </a:extLst>
          </p:cNvPr>
          <p:cNvSpPr>
            <a:spLocks noGrp="1"/>
          </p:cNvSpPr>
          <p:nvPr>
            <p:ph idx="1"/>
          </p:nvPr>
        </p:nvSpPr>
        <p:spPr>
          <a:xfrm>
            <a:off x="1173018" y="1911928"/>
            <a:ext cx="9966037" cy="3223490"/>
          </a:xfrm>
        </p:spPr>
        <p:txBody>
          <a:bodyPr>
            <a:normAutofit fontScale="92500" lnSpcReduction="20000"/>
          </a:bodyPr>
          <a:lstStyle/>
          <a:p>
            <a:pPr marL="0" marR="0" indent="0">
              <a:spcBef>
                <a:spcPts val="0"/>
              </a:spcBef>
              <a:spcAft>
                <a:spcPts val="0"/>
              </a:spcAft>
              <a:buNone/>
            </a:pPr>
            <a:r>
              <a:rPr lang="en-AU" sz="1800">
                <a:solidFill>
                  <a:schemeClr val="bg1"/>
                </a:solidFill>
                <a:effectLst/>
                <a:latin typeface="Times New Roman" panose="02020603050405020304" pitchFamily="18" charset="0"/>
                <a:ea typeface="Times New Roman" panose="02020603050405020304" pitchFamily="18" charset="0"/>
              </a:rPr>
              <a:t>After </a:t>
            </a:r>
            <a:r>
              <a:rPr lang="en-AU" sz="1800" dirty="0">
                <a:solidFill>
                  <a:schemeClr val="bg1"/>
                </a:solidFill>
                <a:effectLst/>
                <a:latin typeface="Times New Roman" panose="02020603050405020304" pitchFamily="18" charset="0"/>
                <a:ea typeface="Times New Roman" panose="02020603050405020304" pitchFamily="18" charset="0"/>
              </a:rPr>
              <a:t>finishing this project, we understood how we can use C programming to solve real-life problems like managing seats in an event.</a:t>
            </a:r>
            <a:endParaRPr lang="en-US"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AU"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AU" sz="1800" dirty="0">
                <a:solidFill>
                  <a:schemeClr val="bg1"/>
                </a:solidFill>
                <a:effectLst/>
                <a:latin typeface="Times New Roman" panose="02020603050405020304" pitchFamily="18" charset="0"/>
                <a:ea typeface="Times New Roman" panose="02020603050405020304" pitchFamily="18" charset="0"/>
              </a:rPr>
              <a:t>We faced some challenges like handling input validation (making sure users cannot book outside the range), preventing double bookings, and printing the perfect layout for seat arrangement. But solving these problems helped us learn more.</a:t>
            </a:r>
            <a:endParaRPr lang="en-US"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AU"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AU" sz="1800" dirty="0">
                <a:solidFill>
                  <a:schemeClr val="bg1"/>
                </a:solidFill>
                <a:effectLst/>
                <a:latin typeface="Times New Roman" panose="02020603050405020304" pitchFamily="18" charset="0"/>
                <a:ea typeface="Times New Roman" panose="02020603050405020304" pitchFamily="18" charset="0"/>
              </a:rPr>
              <a:t>This project improved our skills in arrays, functions, teamwork and many other things. We also realized the importance of breaking a big problem into smaller tasks.</a:t>
            </a:r>
            <a:endParaRPr lang="en-US"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AU" sz="1800" dirty="0">
              <a:solidFill>
                <a:schemeClr val="bg1"/>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AU" sz="1800" dirty="0">
                <a:solidFill>
                  <a:schemeClr val="bg1"/>
                </a:solidFill>
                <a:effectLst/>
                <a:latin typeface="Times New Roman" panose="02020603050405020304" pitchFamily="18" charset="0"/>
                <a:ea typeface="Times New Roman" panose="02020603050405020304" pitchFamily="18" charset="0"/>
              </a:rPr>
              <a:t>We believe this project can be useful for small events or functions, and it gave us confidence in programming.</a:t>
            </a:r>
            <a:endParaRPr lang="en-US" sz="1800" dirty="0">
              <a:solidFill>
                <a:schemeClr val="bg1"/>
              </a:solidFill>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865648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5298A-9C54-8546-4651-E2A79E3FDE5E}"/>
              </a:ext>
            </a:extLst>
          </p:cNvPr>
          <p:cNvSpPr>
            <a:spLocks noGrp="1"/>
          </p:cNvSpPr>
          <p:nvPr>
            <p:ph idx="1"/>
          </p:nvPr>
        </p:nvSpPr>
        <p:spPr>
          <a:xfrm>
            <a:off x="1141413" y="2319825"/>
            <a:ext cx="8866919" cy="2041159"/>
          </a:xfrm>
        </p:spPr>
        <p:txBody>
          <a:bodyPr>
            <a:normAutofit/>
          </a:bodyPr>
          <a:lstStyle/>
          <a:p>
            <a:pPr marL="0" indent="0" algn="ctr">
              <a:buNone/>
            </a:pPr>
            <a:r>
              <a:rPr lang="en-US" sz="8800" b="1" dirty="0">
                <a:solidFill>
                  <a:schemeClr val="bg1">
                    <a:lumMod val="95000"/>
                    <a:lumOff val="5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89729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428</TotalTime>
  <Words>588</Words>
  <Application>Microsoft Office PowerPoint</Application>
  <PresentationFormat>Widescreen</PresentationFormat>
  <Paragraphs>66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Md Jahangir Alam</cp:lastModifiedBy>
  <cp:revision>8</cp:revision>
  <dcterms:created xsi:type="dcterms:W3CDTF">2025-08-30T14:41:51Z</dcterms:created>
  <dcterms:modified xsi:type="dcterms:W3CDTF">2025-09-02T16:04:12Z</dcterms:modified>
</cp:coreProperties>
</file>