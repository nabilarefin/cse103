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80" r:id="rId1"/>
  </p:sldMasterIdLst>
  <p:sldIdLst>
    <p:sldId id="256" r:id="rId2"/>
    <p:sldId id="257" r:id="rId3"/>
    <p:sldId id="270" r:id="rId4"/>
    <p:sldId id="271" r:id="rId5"/>
    <p:sldId id="267" r:id="rId6"/>
    <p:sldId id="268" r:id="rId7"/>
    <p:sldId id="258" r:id="rId8"/>
    <p:sldId id="259" r:id="rId9"/>
    <p:sldId id="260" r:id="rId10"/>
    <p:sldId id="261" r:id="rId11"/>
    <p:sldId id="262" r:id="rId12"/>
    <p:sldId id="263" r:id="rId13"/>
    <p:sldId id="264" r:id="rId14"/>
    <p:sldId id="265" r:id="rId15"/>
    <p:sldId id="266" r:id="rId16"/>
    <p:sldId id="26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14CFD00-3C16-4923-BE0E-F8EED314FAF7}">
          <p14:sldIdLst>
            <p14:sldId id="256"/>
            <p14:sldId id="257"/>
            <p14:sldId id="270"/>
            <p14:sldId id="271"/>
            <p14:sldId id="267"/>
            <p14:sldId id="268"/>
            <p14:sldId id="258"/>
            <p14:sldId id="259"/>
            <p14:sldId id="260"/>
            <p14:sldId id="261"/>
            <p14:sldId id="262"/>
            <p14:sldId id="263"/>
            <p14:sldId id="264"/>
            <p14:sldId id="265"/>
            <p14:sldId id="266"/>
            <p14:sldId id="26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0" d="100"/>
          <a:sy n="70" d="100"/>
        </p:scale>
        <p:origin x="70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9DE7D9-7059-46C8-AF7C-302A93C39C30}" type="doc">
      <dgm:prSet loTypeId="urn:microsoft.com/office/officeart/2005/8/layout/vList2" loCatId="list" qsTypeId="urn:microsoft.com/office/officeart/2005/8/quickstyle/simple3" qsCatId="simple" csTypeId="urn:microsoft.com/office/officeart/2005/8/colors/accent4_4" csCatId="accent4" phldr="1"/>
      <dgm:spPr/>
      <dgm:t>
        <a:bodyPr/>
        <a:lstStyle/>
        <a:p>
          <a:endParaRPr lang="en-US"/>
        </a:p>
      </dgm:t>
    </dgm:pt>
    <dgm:pt modelId="{31788131-317A-4CB0-8DCE-941567368647}">
      <dgm:prSet custT="1"/>
      <dgm:spPr>
        <a:solidFill>
          <a:schemeClr val="accent4"/>
        </a:solidFill>
      </dgm:spPr>
      <dgm:t>
        <a:bodyPr/>
        <a:lstStyle/>
        <a:p>
          <a:pPr algn="ctr"/>
          <a:r>
            <a:rPr lang="en-US" sz="3200" b="1" baseline="0"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Ceremony Seat Management  System</a:t>
          </a:r>
          <a:br>
            <a:rPr lang="en-US" sz="3200" b="1" baseline="0"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br>
          <a:r>
            <a:rPr lang="en-US" sz="3200" b="1" baseline="0"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Group:2</a:t>
          </a:r>
          <a:endParaRPr lang="en-US" sz="3200"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dgm:t>
    </dgm:pt>
    <dgm:pt modelId="{9DBBD43A-4DAC-4E48-8F39-C479F3347805}" type="sibTrans" cxnId="{D6C4EBCD-33D2-439E-A8E1-63C42D3B01AF}">
      <dgm:prSet/>
      <dgm:spPr/>
      <dgm:t>
        <a:bodyPr/>
        <a:lstStyle/>
        <a:p>
          <a:endParaRPr lang="en-US"/>
        </a:p>
      </dgm:t>
    </dgm:pt>
    <dgm:pt modelId="{D03D4683-3427-4137-B1D0-A9A78C295445}" type="parTrans" cxnId="{D6C4EBCD-33D2-439E-A8E1-63C42D3B01AF}">
      <dgm:prSet/>
      <dgm:spPr/>
      <dgm:t>
        <a:bodyPr/>
        <a:lstStyle/>
        <a:p>
          <a:endParaRPr lang="en-US"/>
        </a:p>
      </dgm:t>
    </dgm:pt>
    <dgm:pt modelId="{88832E05-CC96-48BE-B75B-8CD14E4B19BF}" type="pres">
      <dgm:prSet presAssocID="{A89DE7D9-7059-46C8-AF7C-302A93C39C30}" presName="linear" presStyleCnt="0">
        <dgm:presLayoutVars>
          <dgm:animLvl val="lvl"/>
          <dgm:resizeHandles val="exact"/>
        </dgm:presLayoutVars>
      </dgm:prSet>
      <dgm:spPr/>
    </dgm:pt>
    <dgm:pt modelId="{D49E2046-F343-49A7-91AC-0440DA1DDF17}" type="pres">
      <dgm:prSet presAssocID="{31788131-317A-4CB0-8DCE-941567368647}" presName="parentText" presStyleLbl="node1" presStyleIdx="0" presStyleCnt="1" custScaleY="335478">
        <dgm:presLayoutVars>
          <dgm:chMax val="0"/>
          <dgm:bulletEnabled val="1"/>
        </dgm:presLayoutVars>
      </dgm:prSet>
      <dgm:spPr/>
    </dgm:pt>
  </dgm:ptLst>
  <dgm:cxnLst>
    <dgm:cxn modelId="{EB2CED13-F29A-4C53-B6AA-54B8ABDFE129}" type="presOf" srcId="{31788131-317A-4CB0-8DCE-941567368647}" destId="{D49E2046-F343-49A7-91AC-0440DA1DDF17}" srcOrd="0" destOrd="0" presId="urn:microsoft.com/office/officeart/2005/8/layout/vList2"/>
    <dgm:cxn modelId="{72F2407D-DBED-4756-A264-93FF767D0A6B}" type="presOf" srcId="{A89DE7D9-7059-46C8-AF7C-302A93C39C30}" destId="{88832E05-CC96-48BE-B75B-8CD14E4B19BF}" srcOrd="0" destOrd="0" presId="urn:microsoft.com/office/officeart/2005/8/layout/vList2"/>
    <dgm:cxn modelId="{D6C4EBCD-33D2-439E-A8E1-63C42D3B01AF}" srcId="{A89DE7D9-7059-46C8-AF7C-302A93C39C30}" destId="{31788131-317A-4CB0-8DCE-941567368647}" srcOrd="0" destOrd="0" parTransId="{D03D4683-3427-4137-B1D0-A9A78C295445}" sibTransId="{9DBBD43A-4DAC-4E48-8F39-C479F3347805}"/>
    <dgm:cxn modelId="{614366F2-2491-41A1-9683-63DBF625409A}" type="presParOf" srcId="{88832E05-CC96-48BE-B75B-8CD14E4B19BF}" destId="{D49E2046-F343-49A7-91AC-0440DA1DDF17}"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E88D1E3-29D5-4744-8C76-A1BB16CE3CF1}" type="doc">
      <dgm:prSet loTypeId="urn:microsoft.com/office/officeart/2005/8/layout/vList2" loCatId="list" qsTypeId="urn:microsoft.com/office/officeart/2005/8/quickstyle/simple3" qsCatId="simple" csTypeId="urn:microsoft.com/office/officeart/2005/8/colors/accent4_4" csCatId="accent4" phldr="1"/>
      <dgm:spPr/>
      <dgm:t>
        <a:bodyPr/>
        <a:lstStyle/>
        <a:p>
          <a:endParaRPr lang="en-US"/>
        </a:p>
      </dgm:t>
    </dgm:pt>
    <dgm:pt modelId="{1C4CB7DE-96AF-4255-914C-D7408BC85B27}">
      <dgm:prSet/>
      <dgm:spPr>
        <a:solidFill>
          <a:schemeClr val="accent4"/>
        </a:solidFill>
      </dgm:spPr>
      <dgm:t>
        <a:bodyPr/>
        <a:lstStyle/>
        <a:p>
          <a:r>
            <a:rPr lang="en-US" b="1" baseline="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About the </a:t>
          </a:r>
          <a:r>
            <a:rPr lang="en-US" b="1" baseline="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Ceremony</a:t>
          </a:r>
          <a:r>
            <a:rPr lang="en-US" b="1" baseline="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Seat Management System</a:t>
          </a:r>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dgm:t>
    </dgm:pt>
    <dgm:pt modelId="{F3048070-CA05-41AB-AB9B-DF2AF4DD0B61}" type="parTrans" cxnId="{FABE57A7-6B7F-4549-8442-B04E2DBD8529}">
      <dgm:prSet/>
      <dgm:spPr/>
      <dgm:t>
        <a:bodyPr/>
        <a:lstStyle/>
        <a:p>
          <a:endParaRPr lang="en-US"/>
        </a:p>
      </dgm:t>
    </dgm:pt>
    <dgm:pt modelId="{F545C5C4-A754-40A0-9BF1-1D7783491A12}" type="sibTrans" cxnId="{FABE57A7-6B7F-4549-8442-B04E2DBD8529}">
      <dgm:prSet/>
      <dgm:spPr/>
      <dgm:t>
        <a:bodyPr/>
        <a:lstStyle/>
        <a:p>
          <a:endParaRPr lang="en-US"/>
        </a:p>
      </dgm:t>
    </dgm:pt>
    <dgm:pt modelId="{0B561D60-688C-44D0-B4CA-B3A93F597B7B}" type="pres">
      <dgm:prSet presAssocID="{8E88D1E3-29D5-4744-8C76-A1BB16CE3CF1}" presName="linear" presStyleCnt="0">
        <dgm:presLayoutVars>
          <dgm:animLvl val="lvl"/>
          <dgm:resizeHandles val="exact"/>
        </dgm:presLayoutVars>
      </dgm:prSet>
      <dgm:spPr/>
    </dgm:pt>
    <dgm:pt modelId="{F0F231C1-D203-4B24-8E09-CC56090CF84F}" type="pres">
      <dgm:prSet presAssocID="{1C4CB7DE-96AF-4255-914C-D7408BC85B27}" presName="parentText" presStyleLbl="node1" presStyleIdx="0" presStyleCnt="1" custLinFactNeighborX="8998" custLinFactNeighborY="7493">
        <dgm:presLayoutVars>
          <dgm:chMax val="0"/>
          <dgm:bulletEnabled val="1"/>
        </dgm:presLayoutVars>
      </dgm:prSet>
      <dgm:spPr/>
    </dgm:pt>
  </dgm:ptLst>
  <dgm:cxnLst>
    <dgm:cxn modelId="{47CBE780-C5A3-4F45-9B6E-1EDAA4722191}" type="presOf" srcId="{1C4CB7DE-96AF-4255-914C-D7408BC85B27}" destId="{F0F231C1-D203-4B24-8E09-CC56090CF84F}" srcOrd="0" destOrd="0" presId="urn:microsoft.com/office/officeart/2005/8/layout/vList2"/>
    <dgm:cxn modelId="{FABE57A7-6B7F-4549-8442-B04E2DBD8529}" srcId="{8E88D1E3-29D5-4744-8C76-A1BB16CE3CF1}" destId="{1C4CB7DE-96AF-4255-914C-D7408BC85B27}" srcOrd="0" destOrd="0" parTransId="{F3048070-CA05-41AB-AB9B-DF2AF4DD0B61}" sibTransId="{F545C5C4-A754-40A0-9BF1-1D7783491A12}"/>
    <dgm:cxn modelId="{CA4AFDAF-EE64-406E-A571-205C79BF7483}" type="presOf" srcId="{8E88D1E3-29D5-4744-8C76-A1BB16CE3CF1}" destId="{0B561D60-688C-44D0-B4CA-B3A93F597B7B}" srcOrd="0" destOrd="0" presId="urn:microsoft.com/office/officeart/2005/8/layout/vList2"/>
    <dgm:cxn modelId="{CE65ECF5-432C-449E-91FF-9E603018C8F2}" type="presParOf" srcId="{0B561D60-688C-44D0-B4CA-B3A93F597B7B}" destId="{F0F231C1-D203-4B24-8E09-CC56090CF84F}"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75FA977-AFD9-403C-90A7-B354A87EAEAE}" type="doc">
      <dgm:prSet loTypeId="urn:microsoft.com/office/officeart/2005/8/layout/target3" loCatId="relationship" qsTypeId="urn:microsoft.com/office/officeart/2005/8/quickstyle/simple1" qsCatId="simple" csTypeId="urn:microsoft.com/office/officeart/2005/8/colors/accent4_4" csCatId="accent4"/>
      <dgm:spPr/>
      <dgm:t>
        <a:bodyPr/>
        <a:lstStyle/>
        <a:p>
          <a:endParaRPr lang="en-US"/>
        </a:p>
      </dgm:t>
    </dgm:pt>
    <dgm:pt modelId="{7D871B11-D539-42FB-B77D-F3ED4CDBF8F2}">
      <dgm:prSet/>
      <dgm:spPr/>
      <dgm:t>
        <a:bodyPr/>
        <a:lstStyle/>
        <a:p>
          <a:r>
            <a:rPr lang="en-US" dirty="0">
              <a:latin typeface="Arial" panose="020B0604020202020204" pitchFamily="34" charset="0"/>
              <a:cs typeface="Arial" panose="020B0604020202020204" pitchFamily="34" charset="0"/>
            </a:rPr>
            <a:t>The Ceremony Seat Management System is a text-based C program that is developed to arrange seat plans for various events such as conferences, wedding receptions , graduation ceremonies and other gatherings. The system helps the organizer to arrange seats by choosing how many rows there are and how many seats are in each row. Then they can book seats, cancel bookings, change seat assignments, and see the current seating plan. </a:t>
          </a:r>
        </a:p>
      </dgm:t>
    </dgm:pt>
    <dgm:pt modelId="{4390FB5E-FD3F-4B80-B3BF-CAE77DF80290}" type="parTrans" cxnId="{5F7148EA-5B60-49DF-93BF-BB28EBE93291}">
      <dgm:prSet/>
      <dgm:spPr/>
      <dgm:t>
        <a:bodyPr/>
        <a:lstStyle/>
        <a:p>
          <a:endParaRPr lang="en-US"/>
        </a:p>
      </dgm:t>
    </dgm:pt>
    <dgm:pt modelId="{EEC19FB4-FC6D-404D-BABB-2AE548703A98}" type="sibTrans" cxnId="{5F7148EA-5B60-49DF-93BF-BB28EBE93291}">
      <dgm:prSet/>
      <dgm:spPr/>
      <dgm:t>
        <a:bodyPr/>
        <a:lstStyle/>
        <a:p>
          <a:endParaRPr lang="en-US"/>
        </a:p>
      </dgm:t>
    </dgm:pt>
    <dgm:pt modelId="{4CB31D4F-18CB-42EB-9013-487E1859E4E3}" type="pres">
      <dgm:prSet presAssocID="{B75FA977-AFD9-403C-90A7-B354A87EAEAE}" presName="Name0" presStyleCnt="0">
        <dgm:presLayoutVars>
          <dgm:chMax val="7"/>
          <dgm:dir/>
          <dgm:animLvl val="lvl"/>
          <dgm:resizeHandles val="exact"/>
        </dgm:presLayoutVars>
      </dgm:prSet>
      <dgm:spPr/>
    </dgm:pt>
    <dgm:pt modelId="{5229A615-E5BE-4AAC-B7BE-B60709C5659D}" type="pres">
      <dgm:prSet presAssocID="{7D871B11-D539-42FB-B77D-F3ED4CDBF8F2}" presName="circle1" presStyleLbl="node1" presStyleIdx="0" presStyleCnt="1" custLinFactNeighborX="-30" custLinFactNeighborY="956"/>
      <dgm:spPr>
        <a:solidFill>
          <a:schemeClr val="accent4"/>
        </a:solidFill>
      </dgm:spPr>
    </dgm:pt>
    <dgm:pt modelId="{1B0B9EB2-C2D8-4AE3-A436-017CFFCB6B2A}" type="pres">
      <dgm:prSet presAssocID="{7D871B11-D539-42FB-B77D-F3ED4CDBF8F2}" presName="space" presStyleCnt="0"/>
      <dgm:spPr/>
    </dgm:pt>
    <dgm:pt modelId="{02C3961D-607B-453E-9F17-DF9C31E00E3B}" type="pres">
      <dgm:prSet presAssocID="{7D871B11-D539-42FB-B77D-F3ED4CDBF8F2}" presName="rect1" presStyleLbl="alignAcc1" presStyleIdx="0" presStyleCnt="1"/>
      <dgm:spPr/>
    </dgm:pt>
    <dgm:pt modelId="{92B43534-E6BD-4806-978D-4FD78AD74D22}" type="pres">
      <dgm:prSet presAssocID="{7D871B11-D539-42FB-B77D-F3ED4CDBF8F2}" presName="rect1ParTxNoCh" presStyleLbl="alignAcc1" presStyleIdx="0" presStyleCnt="1">
        <dgm:presLayoutVars>
          <dgm:chMax val="1"/>
          <dgm:bulletEnabled val="1"/>
        </dgm:presLayoutVars>
      </dgm:prSet>
      <dgm:spPr/>
    </dgm:pt>
  </dgm:ptLst>
  <dgm:cxnLst>
    <dgm:cxn modelId="{9ED5E125-CB86-4EAF-9C5D-807E95883865}" type="presOf" srcId="{7D871B11-D539-42FB-B77D-F3ED4CDBF8F2}" destId="{02C3961D-607B-453E-9F17-DF9C31E00E3B}" srcOrd="0" destOrd="0" presId="urn:microsoft.com/office/officeart/2005/8/layout/target3"/>
    <dgm:cxn modelId="{ED621D76-383C-44D1-9953-DBF0797C81A0}" type="presOf" srcId="{7D871B11-D539-42FB-B77D-F3ED4CDBF8F2}" destId="{92B43534-E6BD-4806-978D-4FD78AD74D22}" srcOrd="1" destOrd="0" presId="urn:microsoft.com/office/officeart/2005/8/layout/target3"/>
    <dgm:cxn modelId="{5243EFBA-768D-4349-B095-96669A7960C4}" type="presOf" srcId="{B75FA977-AFD9-403C-90A7-B354A87EAEAE}" destId="{4CB31D4F-18CB-42EB-9013-487E1859E4E3}" srcOrd="0" destOrd="0" presId="urn:microsoft.com/office/officeart/2005/8/layout/target3"/>
    <dgm:cxn modelId="{5F7148EA-5B60-49DF-93BF-BB28EBE93291}" srcId="{B75FA977-AFD9-403C-90A7-B354A87EAEAE}" destId="{7D871B11-D539-42FB-B77D-F3ED4CDBF8F2}" srcOrd="0" destOrd="0" parTransId="{4390FB5E-FD3F-4B80-B3BF-CAE77DF80290}" sibTransId="{EEC19FB4-FC6D-404D-BABB-2AE548703A98}"/>
    <dgm:cxn modelId="{6EE5E961-508E-4188-A5F0-BBAC2F0832CB}" type="presParOf" srcId="{4CB31D4F-18CB-42EB-9013-487E1859E4E3}" destId="{5229A615-E5BE-4AAC-B7BE-B60709C5659D}" srcOrd="0" destOrd="0" presId="urn:microsoft.com/office/officeart/2005/8/layout/target3"/>
    <dgm:cxn modelId="{A4AF8334-B8A2-4D4A-AC44-6B4F02CDCA2D}" type="presParOf" srcId="{4CB31D4F-18CB-42EB-9013-487E1859E4E3}" destId="{1B0B9EB2-C2D8-4AE3-A436-017CFFCB6B2A}" srcOrd="1" destOrd="0" presId="urn:microsoft.com/office/officeart/2005/8/layout/target3"/>
    <dgm:cxn modelId="{F3C3C828-4998-481A-A3A6-F6C6A1E1FA68}" type="presParOf" srcId="{4CB31D4F-18CB-42EB-9013-487E1859E4E3}" destId="{02C3961D-607B-453E-9F17-DF9C31E00E3B}" srcOrd="2" destOrd="0" presId="urn:microsoft.com/office/officeart/2005/8/layout/target3"/>
    <dgm:cxn modelId="{646F083D-8B54-45F3-8AEA-0880C05F556F}" type="presParOf" srcId="{4CB31D4F-18CB-42EB-9013-487E1859E4E3}" destId="{92B43534-E6BD-4806-978D-4FD78AD74D22}" srcOrd="3" destOrd="0" presId="urn:microsoft.com/office/officeart/2005/8/layout/targe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E36F853-C1B1-4DD0-883B-37011FD7A13C}" type="doc">
      <dgm:prSet loTypeId="urn:microsoft.com/office/officeart/2005/8/layout/process1" loCatId="process" qsTypeId="urn:microsoft.com/office/officeart/2005/8/quickstyle/simple1" qsCatId="simple" csTypeId="urn:microsoft.com/office/officeart/2005/8/colors/accent4_4" csCatId="accent4" phldr="1"/>
      <dgm:spPr/>
      <dgm:t>
        <a:bodyPr/>
        <a:lstStyle/>
        <a:p>
          <a:endParaRPr lang="en-US"/>
        </a:p>
      </dgm:t>
    </dgm:pt>
    <dgm:pt modelId="{062AD760-736C-4D42-AF3A-193A6B06F01D}">
      <dgm:prSet/>
      <dgm:spPr>
        <a:solidFill>
          <a:schemeClr val="accent4"/>
        </a:solidFill>
        <a:ln>
          <a:solidFill>
            <a:schemeClr val="bg1"/>
          </a:solidFill>
        </a:ln>
      </dgm:spPr>
      <dgm:t>
        <a:bodyPr/>
        <a:lstStyle/>
        <a:p>
          <a:r>
            <a:rPr lang="en-US" b="1"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Output:</a:t>
          </a:r>
          <a:endParaRPr lang="en-US" dirty="0">
            <a:latin typeface="Times New Roman" panose="02020603050405020304" pitchFamily="18" charset="0"/>
            <a:cs typeface="Times New Roman" panose="02020603050405020304" pitchFamily="18" charset="0"/>
          </a:endParaRPr>
        </a:p>
      </dgm:t>
    </dgm:pt>
    <dgm:pt modelId="{A62B0E8B-C126-45CD-B17B-8FB989FB3170}" type="parTrans" cxnId="{82667B7B-39BB-49DE-ADFB-84BFDA2AA6D2}">
      <dgm:prSet/>
      <dgm:spPr/>
      <dgm:t>
        <a:bodyPr/>
        <a:lstStyle/>
        <a:p>
          <a:endParaRPr lang="en-US"/>
        </a:p>
      </dgm:t>
    </dgm:pt>
    <dgm:pt modelId="{508E41A6-7388-42F4-8C8C-F174FB31AB29}" type="sibTrans" cxnId="{82667B7B-39BB-49DE-ADFB-84BFDA2AA6D2}">
      <dgm:prSet/>
      <dgm:spPr/>
      <dgm:t>
        <a:bodyPr/>
        <a:lstStyle/>
        <a:p>
          <a:endParaRPr lang="en-US"/>
        </a:p>
      </dgm:t>
    </dgm:pt>
    <dgm:pt modelId="{E2D83BEA-8DA1-4ED0-B758-828B676180E0}" type="pres">
      <dgm:prSet presAssocID="{1E36F853-C1B1-4DD0-883B-37011FD7A13C}" presName="Name0" presStyleCnt="0">
        <dgm:presLayoutVars>
          <dgm:dir/>
          <dgm:resizeHandles val="exact"/>
        </dgm:presLayoutVars>
      </dgm:prSet>
      <dgm:spPr/>
    </dgm:pt>
    <dgm:pt modelId="{98D2BBF7-5E93-455D-98FE-58F11DEC2672}" type="pres">
      <dgm:prSet presAssocID="{062AD760-736C-4D42-AF3A-193A6B06F01D}" presName="node" presStyleLbl="node1" presStyleIdx="0" presStyleCnt="1" custLinFactY="14415" custLinFactNeighborX="-14498" custLinFactNeighborY="100000">
        <dgm:presLayoutVars>
          <dgm:bulletEnabled val="1"/>
        </dgm:presLayoutVars>
      </dgm:prSet>
      <dgm:spPr/>
    </dgm:pt>
  </dgm:ptLst>
  <dgm:cxnLst>
    <dgm:cxn modelId="{5DC5644C-01CF-47AF-8402-1867BF556649}" type="presOf" srcId="{1E36F853-C1B1-4DD0-883B-37011FD7A13C}" destId="{E2D83BEA-8DA1-4ED0-B758-828B676180E0}" srcOrd="0" destOrd="0" presId="urn:microsoft.com/office/officeart/2005/8/layout/process1"/>
    <dgm:cxn modelId="{82667B7B-39BB-49DE-ADFB-84BFDA2AA6D2}" srcId="{1E36F853-C1B1-4DD0-883B-37011FD7A13C}" destId="{062AD760-736C-4D42-AF3A-193A6B06F01D}" srcOrd="0" destOrd="0" parTransId="{A62B0E8B-C126-45CD-B17B-8FB989FB3170}" sibTransId="{508E41A6-7388-42F4-8C8C-F174FB31AB29}"/>
    <dgm:cxn modelId="{F47D978A-2BFB-443B-B04E-096B6FFE1309}" type="presOf" srcId="{062AD760-736C-4D42-AF3A-193A6B06F01D}" destId="{98D2BBF7-5E93-455D-98FE-58F11DEC2672}" srcOrd="0" destOrd="0" presId="urn:microsoft.com/office/officeart/2005/8/layout/process1"/>
    <dgm:cxn modelId="{6F222217-6464-481F-8ECB-F79C66ED2695}" type="presParOf" srcId="{E2D83BEA-8DA1-4ED0-B758-828B676180E0}" destId="{98D2BBF7-5E93-455D-98FE-58F11DEC2672}" srcOrd="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DA69C6F-A8A5-4780-BF32-F608A6BDA3E8}" type="doc">
      <dgm:prSet loTypeId="urn:microsoft.com/office/officeart/2005/8/layout/hList1" loCatId="list" qsTypeId="urn:microsoft.com/office/officeart/2005/8/quickstyle/simple1" qsCatId="simple" csTypeId="urn:microsoft.com/office/officeart/2005/8/colors/accent4_4" csCatId="accent4" phldr="1"/>
      <dgm:spPr/>
      <dgm:t>
        <a:bodyPr/>
        <a:lstStyle/>
        <a:p>
          <a:endParaRPr lang="en-US"/>
        </a:p>
      </dgm:t>
    </dgm:pt>
    <dgm:pt modelId="{C0490F79-3A2E-4BEA-87F2-050093671370}">
      <dgm:prSet custT="1"/>
      <dgm:spPr>
        <a:solidFill>
          <a:schemeClr val="accent4"/>
        </a:solidFill>
      </dgm:spPr>
      <dgm:t>
        <a:bodyPr/>
        <a:lstStyle/>
        <a:p>
          <a:r>
            <a:rPr lang="en-US" sz="3200" b="1" u="none" baseline="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2.3 Book a seat (choice 1)</a:t>
          </a:r>
        </a:p>
      </dgm:t>
    </dgm:pt>
    <dgm:pt modelId="{771FBFB2-FA53-45CC-BBEB-D2BB0DFD356F}" type="parTrans" cxnId="{4572C702-E072-4D58-8513-0D993DB5FC23}">
      <dgm:prSet/>
      <dgm:spPr/>
      <dgm:t>
        <a:bodyPr/>
        <a:lstStyle/>
        <a:p>
          <a:endParaRPr lang="en-US"/>
        </a:p>
      </dgm:t>
    </dgm:pt>
    <dgm:pt modelId="{BDE20C23-120F-4518-8914-CE0BA217CE8C}" type="sibTrans" cxnId="{4572C702-E072-4D58-8513-0D993DB5FC23}">
      <dgm:prSet/>
      <dgm:spPr/>
      <dgm:t>
        <a:bodyPr/>
        <a:lstStyle/>
        <a:p>
          <a:endParaRPr lang="en-US"/>
        </a:p>
      </dgm:t>
    </dgm:pt>
    <dgm:pt modelId="{4E1ED3C5-E120-4C06-9764-D2AFB05794F4}" type="pres">
      <dgm:prSet presAssocID="{6DA69C6F-A8A5-4780-BF32-F608A6BDA3E8}" presName="Name0" presStyleCnt="0">
        <dgm:presLayoutVars>
          <dgm:dir/>
          <dgm:animLvl val="lvl"/>
          <dgm:resizeHandles val="exact"/>
        </dgm:presLayoutVars>
      </dgm:prSet>
      <dgm:spPr/>
    </dgm:pt>
    <dgm:pt modelId="{ACAD616C-8882-4E9A-BC93-FC12BA9017BB}" type="pres">
      <dgm:prSet presAssocID="{C0490F79-3A2E-4BEA-87F2-050093671370}" presName="composite" presStyleCnt="0"/>
      <dgm:spPr/>
    </dgm:pt>
    <dgm:pt modelId="{A3A840D0-6F29-4946-B120-D5E472027D3B}" type="pres">
      <dgm:prSet presAssocID="{C0490F79-3A2E-4BEA-87F2-050093671370}" presName="parTx" presStyleLbl="alignNode1" presStyleIdx="0" presStyleCnt="1" custLinFactNeighborY="-1400">
        <dgm:presLayoutVars>
          <dgm:chMax val="0"/>
          <dgm:chPref val="0"/>
          <dgm:bulletEnabled val="1"/>
        </dgm:presLayoutVars>
      </dgm:prSet>
      <dgm:spPr/>
    </dgm:pt>
    <dgm:pt modelId="{0BAC67B6-BE0B-451A-BE6E-93AB2B2AE2B7}" type="pres">
      <dgm:prSet presAssocID="{C0490F79-3A2E-4BEA-87F2-050093671370}" presName="desTx" presStyleLbl="alignAccFollowNode1" presStyleIdx="0" presStyleCnt="1">
        <dgm:presLayoutVars>
          <dgm:bulletEnabled val="1"/>
        </dgm:presLayoutVars>
      </dgm:prSet>
      <dgm:spPr/>
    </dgm:pt>
  </dgm:ptLst>
  <dgm:cxnLst>
    <dgm:cxn modelId="{4572C702-E072-4D58-8513-0D993DB5FC23}" srcId="{6DA69C6F-A8A5-4780-BF32-F608A6BDA3E8}" destId="{C0490F79-3A2E-4BEA-87F2-050093671370}" srcOrd="0" destOrd="0" parTransId="{771FBFB2-FA53-45CC-BBEB-D2BB0DFD356F}" sibTransId="{BDE20C23-120F-4518-8914-CE0BA217CE8C}"/>
    <dgm:cxn modelId="{1C4E4E29-D4D6-41C2-A214-B3039643E21C}" type="presOf" srcId="{C0490F79-3A2E-4BEA-87F2-050093671370}" destId="{A3A840D0-6F29-4946-B120-D5E472027D3B}" srcOrd="0" destOrd="0" presId="urn:microsoft.com/office/officeart/2005/8/layout/hList1"/>
    <dgm:cxn modelId="{5B595C99-558D-429E-B940-D7D5BD1CD79E}" type="presOf" srcId="{6DA69C6F-A8A5-4780-BF32-F608A6BDA3E8}" destId="{4E1ED3C5-E120-4C06-9764-D2AFB05794F4}" srcOrd="0" destOrd="0" presId="urn:microsoft.com/office/officeart/2005/8/layout/hList1"/>
    <dgm:cxn modelId="{6D79B6CC-2803-4FA0-96D2-FCF3D73A6174}" type="presParOf" srcId="{4E1ED3C5-E120-4C06-9764-D2AFB05794F4}" destId="{ACAD616C-8882-4E9A-BC93-FC12BA9017BB}" srcOrd="0" destOrd="0" presId="urn:microsoft.com/office/officeart/2005/8/layout/hList1"/>
    <dgm:cxn modelId="{C0818323-D3C6-4185-8BBF-C7BA4B3E35B9}" type="presParOf" srcId="{ACAD616C-8882-4E9A-BC93-FC12BA9017BB}" destId="{A3A840D0-6F29-4946-B120-D5E472027D3B}" srcOrd="0" destOrd="0" presId="urn:microsoft.com/office/officeart/2005/8/layout/hList1"/>
    <dgm:cxn modelId="{D4F6F39E-C49D-4B71-9059-44EBD01F60E1}" type="presParOf" srcId="{ACAD616C-8882-4E9A-BC93-FC12BA9017BB}" destId="{0BAC67B6-BE0B-451A-BE6E-93AB2B2AE2B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15F9653-6A39-4F58-AE61-6DED02A70FA7}" type="doc">
      <dgm:prSet loTypeId="urn:microsoft.com/office/officeart/2005/8/layout/hList1" loCatId="list" qsTypeId="urn:microsoft.com/office/officeart/2005/8/quickstyle/simple1" qsCatId="simple" csTypeId="urn:microsoft.com/office/officeart/2005/8/colors/accent4_4" csCatId="accent4" phldr="1"/>
      <dgm:spPr/>
      <dgm:t>
        <a:bodyPr/>
        <a:lstStyle/>
        <a:p>
          <a:endParaRPr lang="en-US"/>
        </a:p>
      </dgm:t>
    </dgm:pt>
    <dgm:pt modelId="{E0055D96-FF1E-4F87-94C4-7417C797C899}">
      <dgm:prSet custT="1"/>
      <dgm:spPr>
        <a:solidFill>
          <a:schemeClr val="accent4"/>
        </a:solidFill>
      </dgm:spPr>
      <dgm:t>
        <a:bodyPr/>
        <a:lstStyle/>
        <a:p>
          <a:r>
            <a:rPr lang="en-US" sz="3600" b="1" baseline="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2.4 </a:t>
          </a:r>
          <a:r>
            <a:rPr lang="en-US" sz="3200" b="1" baseline="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Cancel</a:t>
          </a:r>
          <a:r>
            <a:rPr lang="en-US" sz="3600" b="1" baseline="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 </a:t>
          </a:r>
          <a:r>
            <a:rPr lang="en-US" sz="3200" b="1" baseline="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Booking (choice 2)</a:t>
          </a:r>
          <a:endParaRPr lang="en-US" sz="32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dgm:t>
    </dgm:pt>
    <dgm:pt modelId="{A564BC00-8027-49A7-A0FE-27F0A8BDA980}" type="parTrans" cxnId="{C0F75311-DE80-47A9-812A-E5D5F2249846}">
      <dgm:prSet/>
      <dgm:spPr/>
      <dgm:t>
        <a:bodyPr/>
        <a:lstStyle/>
        <a:p>
          <a:endParaRPr lang="en-US"/>
        </a:p>
      </dgm:t>
    </dgm:pt>
    <dgm:pt modelId="{EF6871CE-E224-4821-BF4F-1CF1B8ACCC19}" type="sibTrans" cxnId="{C0F75311-DE80-47A9-812A-E5D5F2249846}">
      <dgm:prSet/>
      <dgm:spPr/>
      <dgm:t>
        <a:bodyPr/>
        <a:lstStyle/>
        <a:p>
          <a:endParaRPr lang="en-US"/>
        </a:p>
      </dgm:t>
    </dgm:pt>
    <dgm:pt modelId="{8159E547-767D-4229-A086-F5833F3CB103}">
      <dgm:prSet custT="1"/>
      <dgm:spPr/>
      <dgm:t>
        <a:bodyPr/>
        <a:lstStyle/>
        <a:p>
          <a:pPr>
            <a:buNone/>
          </a:pPr>
          <a:r>
            <a:rPr lang="en-US" sz="1800" b="1" dirty="0">
              <a:solidFill>
                <a:schemeClr val="bg1"/>
              </a:solidFill>
              <a:latin typeface="Arial" panose="020B0604020202020204" pitchFamily="34" charset="0"/>
              <a:cs typeface="Arial" panose="020B0604020202020204" pitchFamily="34" charset="0"/>
            </a:rPr>
            <a:t>Description:</a:t>
          </a:r>
        </a:p>
      </dgm:t>
    </dgm:pt>
    <dgm:pt modelId="{E47E0F5A-BAA1-4922-AB5A-C3E26F05307B}" type="sibTrans" cxnId="{65743A4E-A633-440B-8026-1B9C6DA3C59B}">
      <dgm:prSet/>
      <dgm:spPr/>
      <dgm:t>
        <a:bodyPr/>
        <a:lstStyle/>
        <a:p>
          <a:endParaRPr lang="en-US"/>
        </a:p>
      </dgm:t>
    </dgm:pt>
    <dgm:pt modelId="{F86659FF-1244-419F-BCB6-8F387545A730}" type="parTrans" cxnId="{65743A4E-A633-440B-8026-1B9C6DA3C59B}">
      <dgm:prSet/>
      <dgm:spPr/>
      <dgm:t>
        <a:bodyPr/>
        <a:lstStyle/>
        <a:p>
          <a:endParaRPr lang="en-US"/>
        </a:p>
      </dgm:t>
    </dgm:pt>
    <dgm:pt modelId="{CE0B0986-3618-4BDD-A328-D39D912490F0}">
      <dgm:prSet custT="1"/>
      <dgm:spPr/>
      <dgm:t>
        <a:bodyPr/>
        <a:lstStyle/>
        <a:p>
          <a:pPr>
            <a:buNone/>
          </a:pPr>
          <a:r>
            <a:rPr lang="en-AU" sz="1800" dirty="0">
              <a:solidFill>
                <a:schemeClr val="bg1"/>
              </a:solidFill>
              <a:latin typeface="Arial" panose="020B0604020202020204" pitchFamily="34" charset="0"/>
              <a:cs typeface="Arial" panose="020B0604020202020204" pitchFamily="34" charset="0"/>
            </a:rPr>
            <a:t>This part allows the user to cancel booking for a seat. After cancelling a booking the seat becomes available again</a:t>
          </a:r>
          <a:r>
            <a:rPr lang="en-US" sz="1800" b="1" dirty="0">
              <a:solidFill>
                <a:schemeClr val="bg1"/>
              </a:solidFill>
              <a:latin typeface="Arial" panose="020B0604020202020204" pitchFamily="34" charset="0"/>
              <a:cs typeface="Arial" panose="020B0604020202020204" pitchFamily="34" charset="0"/>
            </a:rPr>
            <a:t>                                            </a:t>
          </a:r>
        </a:p>
      </dgm:t>
    </dgm:pt>
    <dgm:pt modelId="{C2017CDD-6F23-4D6F-8999-77EFBBA87B6E}" type="parTrans" cxnId="{D8898ACC-7F04-4987-9AA8-43E15C894C41}">
      <dgm:prSet/>
      <dgm:spPr/>
      <dgm:t>
        <a:bodyPr/>
        <a:lstStyle/>
        <a:p>
          <a:endParaRPr lang="en-US"/>
        </a:p>
      </dgm:t>
    </dgm:pt>
    <dgm:pt modelId="{E668EE1B-9BFD-4B7E-99A1-B40EFFFF0C95}" type="sibTrans" cxnId="{D8898ACC-7F04-4987-9AA8-43E15C894C41}">
      <dgm:prSet/>
      <dgm:spPr/>
      <dgm:t>
        <a:bodyPr/>
        <a:lstStyle/>
        <a:p>
          <a:endParaRPr lang="en-US"/>
        </a:p>
      </dgm:t>
    </dgm:pt>
    <dgm:pt modelId="{32D4D7FE-ED9C-4211-95AC-FB78A7D865E3}" type="pres">
      <dgm:prSet presAssocID="{515F9653-6A39-4F58-AE61-6DED02A70FA7}" presName="Name0" presStyleCnt="0">
        <dgm:presLayoutVars>
          <dgm:dir/>
          <dgm:animLvl val="lvl"/>
          <dgm:resizeHandles val="exact"/>
        </dgm:presLayoutVars>
      </dgm:prSet>
      <dgm:spPr/>
    </dgm:pt>
    <dgm:pt modelId="{E67301A0-9485-4213-BE15-A4F76079C260}" type="pres">
      <dgm:prSet presAssocID="{E0055D96-FF1E-4F87-94C4-7417C797C899}" presName="composite" presStyleCnt="0"/>
      <dgm:spPr/>
    </dgm:pt>
    <dgm:pt modelId="{96363154-A465-401F-807E-B035E257CD57}" type="pres">
      <dgm:prSet presAssocID="{E0055D96-FF1E-4F87-94C4-7417C797C899}" presName="parTx" presStyleLbl="alignNode1" presStyleIdx="0" presStyleCnt="1">
        <dgm:presLayoutVars>
          <dgm:chMax val="0"/>
          <dgm:chPref val="0"/>
          <dgm:bulletEnabled val="1"/>
        </dgm:presLayoutVars>
      </dgm:prSet>
      <dgm:spPr/>
    </dgm:pt>
    <dgm:pt modelId="{1759ECFE-0E32-4570-9EBF-6173D2BDEFCF}" type="pres">
      <dgm:prSet presAssocID="{E0055D96-FF1E-4F87-94C4-7417C797C899}" presName="desTx" presStyleLbl="alignAccFollowNode1" presStyleIdx="0" presStyleCnt="1" custScaleY="100000" custLinFactY="45412" custLinFactNeighborX="-303" custLinFactNeighborY="100000">
        <dgm:presLayoutVars>
          <dgm:bulletEnabled val="1"/>
        </dgm:presLayoutVars>
      </dgm:prSet>
      <dgm:spPr/>
    </dgm:pt>
  </dgm:ptLst>
  <dgm:cxnLst>
    <dgm:cxn modelId="{C0F75311-DE80-47A9-812A-E5D5F2249846}" srcId="{515F9653-6A39-4F58-AE61-6DED02A70FA7}" destId="{E0055D96-FF1E-4F87-94C4-7417C797C899}" srcOrd="0" destOrd="0" parTransId="{A564BC00-8027-49A7-A0FE-27F0A8BDA980}" sibTransId="{EF6871CE-E224-4821-BF4F-1CF1B8ACCC19}"/>
    <dgm:cxn modelId="{5E376827-4408-440A-ACD5-B33B599B47CB}" type="presOf" srcId="{CE0B0986-3618-4BDD-A328-D39D912490F0}" destId="{1759ECFE-0E32-4570-9EBF-6173D2BDEFCF}" srcOrd="0" destOrd="1" presId="urn:microsoft.com/office/officeart/2005/8/layout/hList1"/>
    <dgm:cxn modelId="{647E3B32-2AC6-42F2-9BC6-F211EBBAB909}" type="presOf" srcId="{E0055D96-FF1E-4F87-94C4-7417C797C899}" destId="{96363154-A465-401F-807E-B035E257CD57}" srcOrd="0" destOrd="0" presId="urn:microsoft.com/office/officeart/2005/8/layout/hList1"/>
    <dgm:cxn modelId="{65743A4E-A633-440B-8026-1B9C6DA3C59B}" srcId="{E0055D96-FF1E-4F87-94C4-7417C797C899}" destId="{8159E547-767D-4229-A086-F5833F3CB103}" srcOrd="0" destOrd="0" parTransId="{F86659FF-1244-419F-BCB6-8F387545A730}" sibTransId="{E47E0F5A-BAA1-4922-AB5A-C3E26F05307B}"/>
    <dgm:cxn modelId="{0EE68CB7-8268-4598-959B-AF9881DD445F}" type="presOf" srcId="{8159E547-767D-4229-A086-F5833F3CB103}" destId="{1759ECFE-0E32-4570-9EBF-6173D2BDEFCF}" srcOrd="0" destOrd="0" presId="urn:microsoft.com/office/officeart/2005/8/layout/hList1"/>
    <dgm:cxn modelId="{D8898ACC-7F04-4987-9AA8-43E15C894C41}" srcId="{E0055D96-FF1E-4F87-94C4-7417C797C899}" destId="{CE0B0986-3618-4BDD-A328-D39D912490F0}" srcOrd="1" destOrd="0" parTransId="{C2017CDD-6F23-4D6F-8999-77EFBBA87B6E}" sibTransId="{E668EE1B-9BFD-4B7E-99A1-B40EFFFF0C95}"/>
    <dgm:cxn modelId="{A7E79CE0-4698-4D2B-849F-8FE6CA33D881}" type="presOf" srcId="{515F9653-6A39-4F58-AE61-6DED02A70FA7}" destId="{32D4D7FE-ED9C-4211-95AC-FB78A7D865E3}" srcOrd="0" destOrd="0" presId="urn:microsoft.com/office/officeart/2005/8/layout/hList1"/>
    <dgm:cxn modelId="{799BF780-3DAF-41D5-A96B-F0F3B182D859}" type="presParOf" srcId="{32D4D7FE-ED9C-4211-95AC-FB78A7D865E3}" destId="{E67301A0-9485-4213-BE15-A4F76079C260}" srcOrd="0" destOrd="0" presId="urn:microsoft.com/office/officeart/2005/8/layout/hList1"/>
    <dgm:cxn modelId="{2863DD45-E1A6-47D5-B1C3-CADC72ACE389}" type="presParOf" srcId="{E67301A0-9485-4213-BE15-A4F76079C260}" destId="{96363154-A465-401F-807E-B035E257CD57}" srcOrd="0" destOrd="0" presId="urn:microsoft.com/office/officeart/2005/8/layout/hList1"/>
    <dgm:cxn modelId="{AB1495F4-99E6-42D4-A531-40DA8A54BEF4}" type="presParOf" srcId="{E67301A0-9485-4213-BE15-A4F76079C260}" destId="{1759ECFE-0E32-4570-9EBF-6173D2BDEFC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FF93FB8-0691-44D5-B2BD-3A70A6801399}" type="doc">
      <dgm:prSet loTypeId="urn:microsoft.com/office/officeart/2005/8/layout/hList1" loCatId="list" qsTypeId="urn:microsoft.com/office/officeart/2005/8/quickstyle/simple1" qsCatId="simple" csTypeId="urn:microsoft.com/office/officeart/2005/8/colors/accent4_4" csCatId="accent4" phldr="1"/>
      <dgm:spPr/>
      <dgm:t>
        <a:bodyPr/>
        <a:lstStyle/>
        <a:p>
          <a:endParaRPr lang="en-US"/>
        </a:p>
      </dgm:t>
    </dgm:pt>
    <dgm:pt modelId="{9284F1A8-84ED-491C-B78D-988FB3E81A11}">
      <dgm:prSet custT="1"/>
      <dgm:spPr>
        <a:solidFill>
          <a:schemeClr val="accent4"/>
        </a:solidFill>
      </dgm:spPr>
      <dgm:t>
        <a:bodyPr/>
        <a:lstStyle/>
        <a:p>
          <a:r>
            <a:rPr lang="en-AU" sz="3200" b="1" baseline="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2.5 </a:t>
          </a:r>
          <a:r>
            <a:rPr lang="en-AU" sz="3200" b="1" baseline="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Update</a:t>
          </a:r>
          <a:r>
            <a:rPr lang="en-AU" sz="3200" b="1" baseline="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Booking Details (choice 3)</a:t>
          </a:r>
          <a:br>
            <a:rPr lang="en-US" sz="800" baseline="0" dirty="0">
              <a:solidFill>
                <a:schemeClr val="bg1"/>
              </a:solidFill>
            </a:rPr>
          </a:br>
          <a:r>
            <a:rPr lang="en-AU" sz="800" baseline="0" dirty="0">
              <a:solidFill>
                <a:schemeClr val="bg1"/>
              </a:solidFill>
            </a:rPr>
            <a:t> </a:t>
          </a:r>
          <a:br>
            <a:rPr lang="en-US" sz="800" baseline="0" dirty="0">
              <a:solidFill>
                <a:schemeClr val="bg1"/>
              </a:solidFill>
            </a:rPr>
          </a:br>
          <a:r>
            <a:rPr lang="en-AU" sz="800" baseline="0" dirty="0">
              <a:solidFill>
                <a:schemeClr val="bg1"/>
              </a:solidFill>
            </a:rPr>
            <a:t> </a:t>
          </a:r>
          <a:br>
            <a:rPr lang="en-US" sz="800" baseline="0" dirty="0">
              <a:solidFill>
                <a:schemeClr val="bg1"/>
              </a:solidFill>
            </a:rPr>
          </a:br>
          <a:endParaRPr lang="en-US" sz="800" dirty="0">
            <a:solidFill>
              <a:schemeClr val="bg1"/>
            </a:solidFill>
          </a:endParaRPr>
        </a:p>
      </dgm:t>
    </dgm:pt>
    <dgm:pt modelId="{4A26AE60-D825-4CBA-B207-8A776ECB07BC}" type="parTrans" cxnId="{BE75D757-5C77-402B-9DE4-5EB3A1BC9197}">
      <dgm:prSet/>
      <dgm:spPr/>
      <dgm:t>
        <a:bodyPr/>
        <a:lstStyle/>
        <a:p>
          <a:endParaRPr lang="en-US"/>
        </a:p>
      </dgm:t>
    </dgm:pt>
    <dgm:pt modelId="{1DDEB6AC-21DF-4B1E-9B34-296272929DC6}" type="sibTrans" cxnId="{BE75D757-5C77-402B-9DE4-5EB3A1BC9197}">
      <dgm:prSet/>
      <dgm:spPr/>
      <dgm:t>
        <a:bodyPr/>
        <a:lstStyle/>
        <a:p>
          <a:endParaRPr lang="en-US"/>
        </a:p>
      </dgm:t>
    </dgm:pt>
    <dgm:pt modelId="{595F465D-810F-4966-978D-788B2E478F46}">
      <dgm:prSet custT="1"/>
      <dgm:spPr/>
      <dgm:t>
        <a:bodyPr/>
        <a:lstStyle/>
        <a:p>
          <a:pPr>
            <a:buNone/>
          </a:pPr>
          <a:r>
            <a:rPr lang="en-AU" sz="1800" b="1" dirty="0">
              <a:latin typeface="Arial" panose="020B0604020202020204" pitchFamily="34" charset="0"/>
              <a:cs typeface="Arial" panose="020B0604020202020204" pitchFamily="34" charset="0"/>
            </a:rPr>
            <a:t>Description:</a:t>
          </a:r>
          <a:endParaRPr lang="en-US" sz="1800" b="1" dirty="0">
            <a:latin typeface="Arial" panose="020B0604020202020204" pitchFamily="34" charset="0"/>
            <a:cs typeface="Arial" panose="020B0604020202020204" pitchFamily="34" charset="0"/>
          </a:endParaRPr>
        </a:p>
      </dgm:t>
    </dgm:pt>
    <dgm:pt modelId="{CD92F8A4-1BA7-4ADE-A3C5-993E04E10030}" type="parTrans" cxnId="{EC648D94-963A-41A4-B0A1-A1AC43573366}">
      <dgm:prSet/>
      <dgm:spPr/>
      <dgm:t>
        <a:bodyPr/>
        <a:lstStyle/>
        <a:p>
          <a:endParaRPr lang="en-US"/>
        </a:p>
      </dgm:t>
    </dgm:pt>
    <dgm:pt modelId="{C58E3694-7F5D-4166-B286-73761307A882}" type="sibTrans" cxnId="{EC648D94-963A-41A4-B0A1-A1AC43573366}">
      <dgm:prSet/>
      <dgm:spPr/>
      <dgm:t>
        <a:bodyPr/>
        <a:lstStyle/>
        <a:p>
          <a:endParaRPr lang="en-US"/>
        </a:p>
      </dgm:t>
    </dgm:pt>
    <dgm:pt modelId="{8587B149-2B89-4B9A-95FF-613375CE3C05}">
      <dgm:prSet custT="1"/>
      <dgm:spPr/>
      <dgm:t>
        <a:bodyPr/>
        <a:lstStyle/>
        <a:p>
          <a:pPr>
            <a:buNone/>
          </a:pPr>
          <a:r>
            <a:rPr lang="en-AU" sz="1800" dirty="0">
              <a:latin typeface="Arial" panose="020B0604020202020204" pitchFamily="34" charset="0"/>
              <a:cs typeface="Arial" panose="020B0604020202020204" pitchFamily="34" charset="0"/>
            </a:rPr>
            <a:t>This option lets the user to change the guest's name, number and even the seat position for a</a:t>
          </a:r>
          <a:endParaRPr lang="en-US" sz="1800" dirty="0">
            <a:latin typeface="Arial" panose="020B0604020202020204" pitchFamily="34" charset="0"/>
            <a:cs typeface="Arial" panose="020B0604020202020204" pitchFamily="34" charset="0"/>
          </a:endParaRPr>
        </a:p>
      </dgm:t>
    </dgm:pt>
    <dgm:pt modelId="{72434893-BC28-47AD-90AF-30FCE53F30A2}" type="parTrans" cxnId="{88B59D44-1DD3-4AD0-8101-799A4E6A95EC}">
      <dgm:prSet/>
      <dgm:spPr/>
      <dgm:t>
        <a:bodyPr/>
        <a:lstStyle/>
        <a:p>
          <a:endParaRPr lang="en-US"/>
        </a:p>
      </dgm:t>
    </dgm:pt>
    <dgm:pt modelId="{3DA957E9-AEB0-4305-8D32-77C7D9329929}" type="sibTrans" cxnId="{88B59D44-1DD3-4AD0-8101-799A4E6A95EC}">
      <dgm:prSet/>
      <dgm:spPr/>
      <dgm:t>
        <a:bodyPr/>
        <a:lstStyle/>
        <a:p>
          <a:endParaRPr lang="en-US"/>
        </a:p>
      </dgm:t>
    </dgm:pt>
    <dgm:pt modelId="{D61D2139-49D0-40B3-A744-0861E8D7ED2E}">
      <dgm:prSet custT="1"/>
      <dgm:spPr/>
      <dgm:t>
        <a:bodyPr/>
        <a:lstStyle/>
        <a:p>
          <a:pPr>
            <a:buNone/>
          </a:pPr>
          <a:r>
            <a:rPr lang="en-AU" sz="1800" dirty="0">
              <a:latin typeface="Arial" panose="020B0604020202020204" pitchFamily="34" charset="0"/>
              <a:cs typeface="Arial" panose="020B0604020202020204" pitchFamily="34" charset="0"/>
            </a:rPr>
            <a:t>previously booked seat.</a:t>
          </a:r>
          <a:endParaRPr lang="en-US" sz="1800" dirty="0">
            <a:latin typeface="Arial" panose="020B0604020202020204" pitchFamily="34" charset="0"/>
            <a:cs typeface="Arial" panose="020B0604020202020204" pitchFamily="34" charset="0"/>
          </a:endParaRPr>
        </a:p>
      </dgm:t>
    </dgm:pt>
    <dgm:pt modelId="{2433E1D6-4C60-4618-9F90-9A47CFFE0737}" type="parTrans" cxnId="{B5E532E4-1B81-4B88-AD2F-860D49B5E9DE}">
      <dgm:prSet/>
      <dgm:spPr/>
      <dgm:t>
        <a:bodyPr/>
        <a:lstStyle/>
        <a:p>
          <a:endParaRPr lang="en-US"/>
        </a:p>
      </dgm:t>
    </dgm:pt>
    <dgm:pt modelId="{2C729CDA-BE98-499A-9B71-F115DBB8CB3E}" type="sibTrans" cxnId="{B5E532E4-1B81-4B88-AD2F-860D49B5E9DE}">
      <dgm:prSet/>
      <dgm:spPr/>
      <dgm:t>
        <a:bodyPr/>
        <a:lstStyle/>
        <a:p>
          <a:endParaRPr lang="en-US"/>
        </a:p>
      </dgm:t>
    </dgm:pt>
    <dgm:pt modelId="{CD4E3375-DAF1-45F3-B7FF-D6C6F78F94B7}" type="pres">
      <dgm:prSet presAssocID="{7FF93FB8-0691-44D5-B2BD-3A70A6801399}" presName="Name0" presStyleCnt="0">
        <dgm:presLayoutVars>
          <dgm:dir/>
          <dgm:animLvl val="lvl"/>
          <dgm:resizeHandles val="exact"/>
        </dgm:presLayoutVars>
      </dgm:prSet>
      <dgm:spPr/>
    </dgm:pt>
    <dgm:pt modelId="{6B48C12C-29AC-4FD6-9895-A57AF272C727}" type="pres">
      <dgm:prSet presAssocID="{9284F1A8-84ED-491C-B78D-988FB3E81A11}" presName="composite" presStyleCnt="0"/>
      <dgm:spPr/>
    </dgm:pt>
    <dgm:pt modelId="{02BB28B3-AEAB-40CD-B8F7-893A71D789DC}" type="pres">
      <dgm:prSet presAssocID="{9284F1A8-84ED-491C-B78D-988FB3E81A11}" presName="parTx" presStyleLbl="alignNode1" presStyleIdx="0" presStyleCnt="1" custLinFactNeighborY="-594">
        <dgm:presLayoutVars>
          <dgm:chMax val="0"/>
          <dgm:chPref val="0"/>
          <dgm:bulletEnabled val="1"/>
        </dgm:presLayoutVars>
      </dgm:prSet>
      <dgm:spPr/>
    </dgm:pt>
    <dgm:pt modelId="{F81740B6-A174-4B02-872E-B175F10C256F}" type="pres">
      <dgm:prSet presAssocID="{9284F1A8-84ED-491C-B78D-988FB3E81A11}" presName="desTx" presStyleLbl="alignAccFollowNode1" presStyleIdx="0" presStyleCnt="1" custScaleY="77591" custLinFactNeighborX="161" custLinFactNeighborY="-32748">
        <dgm:presLayoutVars>
          <dgm:bulletEnabled val="1"/>
        </dgm:presLayoutVars>
      </dgm:prSet>
      <dgm:spPr/>
    </dgm:pt>
  </dgm:ptLst>
  <dgm:cxnLst>
    <dgm:cxn modelId="{0809F607-31A7-4234-819D-64D0E9E26D23}" type="presOf" srcId="{7FF93FB8-0691-44D5-B2BD-3A70A6801399}" destId="{CD4E3375-DAF1-45F3-B7FF-D6C6F78F94B7}" srcOrd="0" destOrd="0" presId="urn:microsoft.com/office/officeart/2005/8/layout/hList1"/>
    <dgm:cxn modelId="{FBB7A12F-D08C-4D72-811C-EAD63F3E3781}" type="presOf" srcId="{595F465D-810F-4966-978D-788B2E478F46}" destId="{F81740B6-A174-4B02-872E-B175F10C256F}" srcOrd="0" destOrd="0" presId="urn:microsoft.com/office/officeart/2005/8/layout/hList1"/>
    <dgm:cxn modelId="{88B59D44-1DD3-4AD0-8101-799A4E6A95EC}" srcId="{9284F1A8-84ED-491C-B78D-988FB3E81A11}" destId="{8587B149-2B89-4B9A-95FF-613375CE3C05}" srcOrd="1" destOrd="0" parTransId="{72434893-BC28-47AD-90AF-30FCE53F30A2}" sibTransId="{3DA957E9-AEB0-4305-8D32-77C7D9329929}"/>
    <dgm:cxn modelId="{9D511F4D-4598-4CBA-8E1C-2C6B7267F1CF}" type="presOf" srcId="{D61D2139-49D0-40B3-A744-0861E8D7ED2E}" destId="{F81740B6-A174-4B02-872E-B175F10C256F}" srcOrd="0" destOrd="2" presId="urn:microsoft.com/office/officeart/2005/8/layout/hList1"/>
    <dgm:cxn modelId="{BE75D757-5C77-402B-9DE4-5EB3A1BC9197}" srcId="{7FF93FB8-0691-44D5-B2BD-3A70A6801399}" destId="{9284F1A8-84ED-491C-B78D-988FB3E81A11}" srcOrd="0" destOrd="0" parTransId="{4A26AE60-D825-4CBA-B207-8A776ECB07BC}" sibTransId="{1DDEB6AC-21DF-4B1E-9B34-296272929DC6}"/>
    <dgm:cxn modelId="{B051D584-DEC4-4DD2-A26E-31C17A13AA84}" type="presOf" srcId="{8587B149-2B89-4B9A-95FF-613375CE3C05}" destId="{F81740B6-A174-4B02-872E-B175F10C256F}" srcOrd="0" destOrd="1" presId="urn:microsoft.com/office/officeart/2005/8/layout/hList1"/>
    <dgm:cxn modelId="{EC648D94-963A-41A4-B0A1-A1AC43573366}" srcId="{9284F1A8-84ED-491C-B78D-988FB3E81A11}" destId="{595F465D-810F-4966-978D-788B2E478F46}" srcOrd="0" destOrd="0" parTransId="{CD92F8A4-1BA7-4ADE-A3C5-993E04E10030}" sibTransId="{C58E3694-7F5D-4166-B286-73761307A882}"/>
    <dgm:cxn modelId="{B5E532E4-1B81-4B88-AD2F-860D49B5E9DE}" srcId="{9284F1A8-84ED-491C-B78D-988FB3E81A11}" destId="{D61D2139-49D0-40B3-A744-0861E8D7ED2E}" srcOrd="2" destOrd="0" parTransId="{2433E1D6-4C60-4618-9F90-9A47CFFE0737}" sibTransId="{2C729CDA-BE98-499A-9B71-F115DBB8CB3E}"/>
    <dgm:cxn modelId="{660A74F6-86B3-4FD7-B1AF-9730D662271E}" type="presOf" srcId="{9284F1A8-84ED-491C-B78D-988FB3E81A11}" destId="{02BB28B3-AEAB-40CD-B8F7-893A71D789DC}" srcOrd="0" destOrd="0" presId="urn:microsoft.com/office/officeart/2005/8/layout/hList1"/>
    <dgm:cxn modelId="{970B6C71-D009-44F0-855A-C03A782C453F}" type="presParOf" srcId="{CD4E3375-DAF1-45F3-B7FF-D6C6F78F94B7}" destId="{6B48C12C-29AC-4FD6-9895-A57AF272C727}" srcOrd="0" destOrd="0" presId="urn:microsoft.com/office/officeart/2005/8/layout/hList1"/>
    <dgm:cxn modelId="{600A48D2-8BE7-4084-AF2A-5282A1AFA2DE}" type="presParOf" srcId="{6B48C12C-29AC-4FD6-9895-A57AF272C727}" destId="{02BB28B3-AEAB-40CD-B8F7-893A71D789DC}" srcOrd="0" destOrd="0" presId="urn:microsoft.com/office/officeart/2005/8/layout/hList1"/>
    <dgm:cxn modelId="{565CEACB-90D6-41B1-9506-36B29FBF49E7}" type="presParOf" srcId="{6B48C12C-29AC-4FD6-9895-A57AF272C727}" destId="{F81740B6-A174-4B02-872E-B175F10C256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BEE0586-5E39-4F9F-B0FC-B379B3CC3951}" type="doc">
      <dgm:prSet loTypeId="urn:microsoft.com/office/officeart/2005/8/layout/hList1" loCatId="list" qsTypeId="urn:microsoft.com/office/officeart/2005/8/quickstyle/simple1" qsCatId="simple" csTypeId="urn:microsoft.com/office/officeart/2005/8/colors/accent4_4" csCatId="accent4" phldr="1"/>
      <dgm:spPr/>
      <dgm:t>
        <a:bodyPr/>
        <a:lstStyle/>
        <a:p>
          <a:endParaRPr lang="en-US"/>
        </a:p>
      </dgm:t>
    </dgm:pt>
    <dgm:pt modelId="{69EC8B03-6BB7-4AFE-8D5C-833FA1DF0576}">
      <dgm:prSet custT="1"/>
      <dgm:spPr>
        <a:solidFill>
          <a:schemeClr val="accent4"/>
        </a:solidFill>
      </dgm:spPr>
      <dgm:t>
        <a:bodyPr/>
        <a:lstStyle/>
        <a:p>
          <a:r>
            <a:rPr lang="en-US" sz="3200" b="1" baseline="0"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2.6 Save Seating Arrangements (choice 4)</a:t>
          </a:r>
          <a:endParaRPr lang="en-US" sz="3200" b="1"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dgm:t>
    </dgm:pt>
    <dgm:pt modelId="{EDDEE3B2-3AB0-43DA-AB8D-79FC6B310189}" type="parTrans" cxnId="{76EC9C08-4B4B-4ED6-97C5-783E3097FF43}">
      <dgm:prSet/>
      <dgm:spPr/>
      <dgm:t>
        <a:bodyPr/>
        <a:lstStyle/>
        <a:p>
          <a:endParaRPr lang="en-US"/>
        </a:p>
      </dgm:t>
    </dgm:pt>
    <dgm:pt modelId="{7BD3F1FA-AB36-4968-8E03-C8EC3BF5C1EB}" type="sibTrans" cxnId="{76EC9C08-4B4B-4ED6-97C5-783E3097FF43}">
      <dgm:prSet/>
      <dgm:spPr/>
      <dgm:t>
        <a:bodyPr/>
        <a:lstStyle/>
        <a:p>
          <a:endParaRPr lang="en-US"/>
        </a:p>
      </dgm:t>
    </dgm:pt>
    <dgm:pt modelId="{8381D6F4-459F-4989-8CBB-E9CA50CED72D}">
      <dgm:prSet custT="1"/>
      <dgm:spPr/>
      <dgm:t>
        <a:bodyPr/>
        <a:lstStyle/>
        <a:p>
          <a:pPr>
            <a:buNone/>
          </a:pPr>
          <a:r>
            <a:rPr lang="en-US" sz="1800" b="1" dirty="0">
              <a:latin typeface="Arial" panose="020B0604020202020204" pitchFamily="34" charset="0"/>
              <a:cs typeface="Arial" panose="020B0604020202020204" pitchFamily="34" charset="0"/>
            </a:rPr>
            <a:t>Description:</a:t>
          </a:r>
        </a:p>
      </dgm:t>
    </dgm:pt>
    <dgm:pt modelId="{58FA2B3C-23A3-4300-9701-AC4D29AF8EC4}" type="parTrans" cxnId="{2A07D5D9-88CF-452F-9CB3-90E564734A8D}">
      <dgm:prSet/>
      <dgm:spPr/>
      <dgm:t>
        <a:bodyPr/>
        <a:lstStyle/>
        <a:p>
          <a:endParaRPr lang="en-US"/>
        </a:p>
      </dgm:t>
    </dgm:pt>
    <dgm:pt modelId="{A32A50AB-A1AC-40C9-AE57-BF0DABFDDF79}" type="sibTrans" cxnId="{2A07D5D9-88CF-452F-9CB3-90E564734A8D}">
      <dgm:prSet/>
      <dgm:spPr/>
      <dgm:t>
        <a:bodyPr/>
        <a:lstStyle/>
        <a:p>
          <a:endParaRPr lang="en-US"/>
        </a:p>
      </dgm:t>
    </dgm:pt>
    <dgm:pt modelId="{8DFCF628-EE20-49CE-AE1D-D94900DD0D82}">
      <dgm:prSet custT="1"/>
      <dgm:spPr/>
      <dgm:t>
        <a:bodyPr/>
        <a:lstStyle/>
        <a:p>
          <a:pPr>
            <a:buNone/>
          </a:pPr>
          <a:r>
            <a:rPr lang="en-AU" sz="1800" dirty="0">
              <a:latin typeface="Arial" panose="020B0604020202020204" pitchFamily="34" charset="0"/>
              <a:cs typeface="Arial" panose="020B0604020202020204" pitchFamily="34" charset="0"/>
            </a:rPr>
            <a:t>This option saves the seating arrangement into a binary file. This is useful if we want to re-open the</a:t>
          </a:r>
          <a:endParaRPr lang="en-US" sz="1800" b="1" dirty="0">
            <a:latin typeface="Arial" panose="020B0604020202020204" pitchFamily="34" charset="0"/>
            <a:cs typeface="Arial" panose="020B0604020202020204" pitchFamily="34" charset="0"/>
          </a:endParaRPr>
        </a:p>
      </dgm:t>
    </dgm:pt>
    <dgm:pt modelId="{D56AF8C5-BB36-4290-95A8-B323F11C0E6A}" type="parTrans" cxnId="{F464F5B1-9BC8-4254-9889-D71826BDC394}">
      <dgm:prSet/>
      <dgm:spPr/>
      <dgm:t>
        <a:bodyPr/>
        <a:lstStyle/>
        <a:p>
          <a:endParaRPr lang="en-US"/>
        </a:p>
      </dgm:t>
    </dgm:pt>
    <dgm:pt modelId="{8D8AE6BA-CDCC-4E3D-9DF4-39DD812394BE}" type="sibTrans" cxnId="{F464F5B1-9BC8-4254-9889-D71826BDC394}">
      <dgm:prSet/>
      <dgm:spPr/>
      <dgm:t>
        <a:bodyPr/>
        <a:lstStyle/>
        <a:p>
          <a:endParaRPr lang="en-US"/>
        </a:p>
      </dgm:t>
    </dgm:pt>
    <dgm:pt modelId="{C7068471-D6CA-44A7-B457-ACF2709DB3B7}">
      <dgm:prSet/>
      <dgm:spPr/>
      <dgm:t>
        <a:bodyPr/>
        <a:lstStyle/>
        <a:p>
          <a:pPr>
            <a:buNone/>
          </a:pPr>
          <a:endParaRPr lang="en-US" dirty="0">
            <a:latin typeface="Arial" panose="020B0604020202020204" pitchFamily="34" charset="0"/>
            <a:cs typeface="Arial" panose="020B0604020202020204" pitchFamily="34" charset="0"/>
          </a:endParaRPr>
        </a:p>
      </dgm:t>
    </dgm:pt>
    <dgm:pt modelId="{6E8957F5-519B-4607-AAE5-E00B811A9D1D}" type="parTrans" cxnId="{F5C27BBF-2EF9-431F-8D26-9BF87644CDE3}">
      <dgm:prSet/>
      <dgm:spPr/>
      <dgm:t>
        <a:bodyPr/>
        <a:lstStyle/>
        <a:p>
          <a:endParaRPr lang="en-US"/>
        </a:p>
      </dgm:t>
    </dgm:pt>
    <dgm:pt modelId="{13A1C98B-F478-4D2E-A44F-DF748FDCC0C4}" type="sibTrans" cxnId="{F5C27BBF-2EF9-431F-8D26-9BF87644CDE3}">
      <dgm:prSet/>
      <dgm:spPr/>
      <dgm:t>
        <a:bodyPr/>
        <a:lstStyle/>
        <a:p>
          <a:endParaRPr lang="en-US"/>
        </a:p>
      </dgm:t>
    </dgm:pt>
    <dgm:pt modelId="{81E6A643-E102-4221-97ED-D66C31C2ABA8}">
      <dgm:prSet custT="1"/>
      <dgm:spPr/>
      <dgm:t>
        <a:bodyPr/>
        <a:lstStyle/>
        <a:p>
          <a:pPr>
            <a:buNone/>
          </a:pPr>
          <a:r>
            <a:rPr lang="en-AU" sz="1800" dirty="0">
              <a:latin typeface="Arial" panose="020B0604020202020204" pitchFamily="34" charset="0"/>
              <a:cs typeface="Arial" panose="020B0604020202020204" pitchFamily="34" charset="0"/>
            </a:rPr>
            <a:t>program later and continue.</a:t>
          </a:r>
          <a:endParaRPr lang="en-US" sz="1800" b="1" dirty="0">
            <a:latin typeface="Arial" panose="020B0604020202020204" pitchFamily="34" charset="0"/>
            <a:cs typeface="Arial" panose="020B0604020202020204" pitchFamily="34" charset="0"/>
          </a:endParaRPr>
        </a:p>
      </dgm:t>
    </dgm:pt>
    <dgm:pt modelId="{CE457FC4-B729-4287-A4F3-107D9D097EAE}" type="parTrans" cxnId="{A9879C60-C04B-4F1D-BC13-13E0B7A5418A}">
      <dgm:prSet/>
      <dgm:spPr/>
      <dgm:t>
        <a:bodyPr/>
        <a:lstStyle/>
        <a:p>
          <a:endParaRPr lang="en-US"/>
        </a:p>
      </dgm:t>
    </dgm:pt>
    <dgm:pt modelId="{6F7473D9-B9C1-48A4-B586-7A6A9F352760}" type="sibTrans" cxnId="{A9879C60-C04B-4F1D-BC13-13E0B7A5418A}">
      <dgm:prSet/>
      <dgm:spPr/>
      <dgm:t>
        <a:bodyPr/>
        <a:lstStyle/>
        <a:p>
          <a:endParaRPr lang="en-US"/>
        </a:p>
      </dgm:t>
    </dgm:pt>
    <dgm:pt modelId="{38A4C91D-5DD4-4C1D-B651-946346F42A93}" type="pres">
      <dgm:prSet presAssocID="{9BEE0586-5E39-4F9F-B0FC-B379B3CC3951}" presName="Name0" presStyleCnt="0">
        <dgm:presLayoutVars>
          <dgm:dir/>
          <dgm:animLvl val="lvl"/>
          <dgm:resizeHandles val="exact"/>
        </dgm:presLayoutVars>
      </dgm:prSet>
      <dgm:spPr/>
    </dgm:pt>
    <dgm:pt modelId="{713498A8-648E-43F9-88DA-54F85CCBB6D9}" type="pres">
      <dgm:prSet presAssocID="{69EC8B03-6BB7-4AFE-8D5C-833FA1DF0576}" presName="composite" presStyleCnt="0"/>
      <dgm:spPr/>
    </dgm:pt>
    <dgm:pt modelId="{A1C54FA7-8455-4992-A74F-115CCB50ADCF}" type="pres">
      <dgm:prSet presAssocID="{69EC8B03-6BB7-4AFE-8D5C-833FA1DF0576}" presName="parTx" presStyleLbl="alignNode1" presStyleIdx="0" presStyleCnt="1">
        <dgm:presLayoutVars>
          <dgm:chMax val="0"/>
          <dgm:chPref val="0"/>
          <dgm:bulletEnabled val="1"/>
        </dgm:presLayoutVars>
      </dgm:prSet>
      <dgm:spPr/>
    </dgm:pt>
    <dgm:pt modelId="{B72A5974-284C-4C9F-8EB9-CEDF2413F3D2}" type="pres">
      <dgm:prSet presAssocID="{69EC8B03-6BB7-4AFE-8D5C-833FA1DF0576}" presName="desTx" presStyleLbl="alignAccFollowNode1" presStyleIdx="0" presStyleCnt="1" custScaleY="100000" custLinFactY="107878" custLinFactNeighborX="-638" custLinFactNeighborY="200000">
        <dgm:presLayoutVars>
          <dgm:bulletEnabled val="1"/>
        </dgm:presLayoutVars>
      </dgm:prSet>
      <dgm:spPr/>
    </dgm:pt>
  </dgm:ptLst>
  <dgm:cxnLst>
    <dgm:cxn modelId="{76EC9C08-4B4B-4ED6-97C5-783E3097FF43}" srcId="{9BEE0586-5E39-4F9F-B0FC-B379B3CC3951}" destId="{69EC8B03-6BB7-4AFE-8D5C-833FA1DF0576}" srcOrd="0" destOrd="0" parTransId="{EDDEE3B2-3AB0-43DA-AB8D-79FC6B310189}" sibTransId="{7BD3F1FA-AB36-4968-8E03-C8EC3BF5C1EB}"/>
    <dgm:cxn modelId="{BCF86B2E-FA8B-4C68-B7E0-46E97E0845E5}" type="presOf" srcId="{69EC8B03-6BB7-4AFE-8D5C-833FA1DF0576}" destId="{A1C54FA7-8455-4992-A74F-115CCB50ADCF}" srcOrd="0" destOrd="0" presId="urn:microsoft.com/office/officeart/2005/8/layout/hList1"/>
    <dgm:cxn modelId="{227F0E60-0D6F-4539-9205-EEC497F5F35F}" type="presOf" srcId="{81E6A643-E102-4221-97ED-D66C31C2ABA8}" destId="{B72A5974-284C-4C9F-8EB9-CEDF2413F3D2}" srcOrd="0" destOrd="2" presId="urn:microsoft.com/office/officeart/2005/8/layout/hList1"/>
    <dgm:cxn modelId="{A9879C60-C04B-4F1D-BC13-13E0B7A5418A}" srcId="{69EC8B03-6BB7-4AFE-8D5C-833FA1DF0576}" destId="{81E6A643-E102-4221-97ED-D66C31C2ABA8}" srcOrd="2" destOrd="0" parTransId="{CE457FC4-B729-4287-A4F3-107D9D097EAE}" sibTransId="{6F7473D9-B9C1-48A4-B586-7A6A9F352760}"/>
    <dgm:cxn modelId="{2E60DA64-6C0A-4CB0-AAEA-E88A4DC889FD}" type="presOf" srcId="{C7068471-D6CA-44A7-B457-ACF2709DB3B7}" destId="{B72A5974-284C-4C9F-8EB9-CEDF2413F3D2}" srcOrd="0" destOrd="3" presId="urn:microsoft.com/office/officeart/2005/8/layout/hList1"/>
    <dgm:cxn modelId="{D317A085-2E5B-4FD9-9A17-CAEA68EC962E}" type="presOf" srcId="{8DFCF628-EE20-49CE-AE1D-D94900DD0D82}" destId="{B72A5974-284C-4C9F-8EB9-CEDF2413F3D2}" srcOrd="0" destOrd="1" presId="urn:microsoft.com/office/officeart/2005/8/layout/hList1"/>
    <dgm:cxn modelId="{F464F5B1-9BC8-4254-9889-D71826BDC394}" srcId="{69EC8B03-6BB7-4AFE-8D5C-833FA1DF0576}" destId="{8DFCF628-EE20-49CE-AE1D-D94900DD0D82}" srcOrd="1" destOrd="0" parTransId="{D56AF8C5-BB36-4290-95A8-B323F11C0E6A}" sibTransId="{8D8AE6BA-CDCC-4E3D-9DF4-39DD812394BE}"/>
    <dgm:cxn modelId="{F5C27BBF-2EF9-431F-8D26-9BF87644CDE3}" srcId="{69EC8B03-6BB7-4AFE-8D5C-833FA1DF0576}" destId="{C7068471-D6CA-44A7-B457-ACF2709DB3B7}" srcOrd="3" destOrd="0" parTransId="{6E8957F5-519B-4607-AAE5-E00B811A9D1D}" sibTransId="{13A1C98B-F478-4D2E-A44F-DF748FDCC0C4}"/>
    <dgm:cxn modelId="{06E0CFCE-07D0-4DB0-834B-08F65AAC3810}" type="presOf" srcId="{9BEE0586-5E39-4F9F-B0FC-B379B3CC3951}" destId="{38A4C91D-5DD4-4C1D-B651-946346F42A93}" srcOrd="0" destOrd="0" presId="urn:microsoft.com/office/officeart/2005/8/layout/hList1"/>
    <dgm:cxn modelId="{FBF918D1-8876-4B51-8521-0BA015B90F24}" type="presOf" srcId="{8381D6F4-459F-4989-8CBB-E9CA50CED72D}" destId="{B72A5974-284C-4C9F-8EB9-CEDF2413F3D2}" srcOrd="0" destOrd="0" presId="urn:microsoft.com/office/officeart/2005/8/layout/hList1"/>
    <dgm:cxn modelId="{2A07D5D9-88CF-452F-9CB3-90E564734A8D}" srcId="{69EC8B03-6BB7-4AFE-8D5C-833FA1DF0576}" destId="{8381D6F4-459F-4989-8CBB-E9CA50CED72D}" srcOrd="0" destOrd="0" parTransId="{58FA2B3C-23A3-4300-9701-AC4D29AF8EC4}" sibTransId="{A32A50AB-A1AC-40C9-AE57-BF0DABFDDF79}"/>
    <dgm:cxn modelId="{8E4D9975-6F75-41D2-83E8-16E68101E55F}" type="presParOf" srcId="{38A4C91D-5DD4-4C1D-B651-946346F42A93}" destId="{713498A8-648E-43F9-88DA-54F85CCBB6D9}" srcOrd="0" destOrd="0" presId="urn:microsoft.com/office/officeart/2005/8/layout/hList1"/>
    <dgm:cxn modelId="{C845C622-D0AF-407F-A9FD-A675133719F7}" type="presParOf" srcId="{713498A8-648E-43F9-88DA-54F85CCBB6D9}" destId="{A1C54FA7-8455-4992-A74F-115CCB50ADCF}" srcOrd="0" destOrd="0" presId="urn:microsoft.com/office/officeart/2005/8/layout/hList1"/>
    <dgm:cxn modelId="{8DB9623A-38C6-4CDE-B813-0944F5F0B1D9}" type="presParOf" srcId="{713498A8-648E-43F9-88DA-54F85CCBB6D9}" destId="{B72A5974-284C-4C9F-8EB9-CEDF2413F3D2}"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3330B39-934D-4B49-B9E5-E975E4B85D56}" type="doc">
      <dgm:prSet loTypeId="urn:microsoft.com/office/officeart/2005/8/layout/hList1" loCatId="list" qsTypeId="urn:microsoft.com/office/officeart/2005/8/quickstyle/simple5" qsCatId="simple" csTypeId="urn:microsoft.com/office/officeart/2005/8/colors/accent4_4" csCatId="accent4" phldr="1"/>
      <dgm:spPr/>
      <dgm:t>
        <a:bodyPr/>
        <a:lstStyle/>
        <a:p>
          <a:endParaRPr lang="en-US"/>
        </a:p>
      </dgm:t>
    </dgm:pt>
    <dgm:pt modelId="{0A6C23CA-C3C5-4554-9203-DEF1541ADB01}">
      <dgm:prSet custT="1"/>
      <dgm:spPr>
        <a:solidFill>
          <a:schemeClr val="accent4"/>
        </a:solidFill>
      </dgm:spPr>
      <dgm:t>
        <a:bodyPr/>
        <a:lstStyle/>
        <a:p>
          <a:r>
            <a:rPr lang="en-US" sz="3200" b="1" baseline="0"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2.7 Load Seating Arrangements (choice 6)</a:t>
          </a:r>
          <a:endParaRPr lang="en-US" sz="3200" b="1"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dgm:t>
    </dgm:pt>
    <dgm:pt modelId="{40098C08-31DE-4DE3-B0AF-A1BDF729AE03}" type="parTrans" cxnId="{0BF3748E-445E-4F1C-8C88-3C5E567AC28E}">
      <dgm:prSet/>
      <dgm:spPr/>
      <dgm:t>
        <a:bodyPr/>
        <a:lstStyle/>
        <a:p>
          <a:endParaRPr lang="en-US"/>
        </a:p>
      </dgm:t>
    </dgm:pt>
    <dgm:pt modelId="{00B05219-0760-40BF-A135-41F916629B6A}" type="sibTrans" cxnId="{0BF3748E-445E-4F1C-8C88-3C5E567AC28E}">
      <dgm:prSet/>
      <dgm:spPr/>
      <dgm:t>
        <a:bodyPr/>
        <a:lstStyle/>
        <a:p>
          <a:endParaRPr lang="en-US"/>
        </a:p>
      </dgm:t>
    </dgm:pt>
    <dgm:pt modelId="{FD14AC9A-7B35-41DF-87E7-237DD96EC05B}">
      <dgm:prSet custT="1"/>
      <dgm:spPr/>
      <dgm:t>
        <a:bodyPr/>
        <a:lstStyle/>
        <a:p>
          <a:pPr>
            <a:buNone/>
          </a:pPr>
          <a:r>
            <a:rPr lang="en-US" sz="1800" b="1" dirty="0">
              <a:latin typeface="Arial" panose="020B0604020202020204" pitchFamily="34" charset="0"/>
              <a:cs typeface="Arial" panose="020B0604020202020204" pitchFamily="34" charset="0"/>
            </a:rPr>
            <a:t>Description:</a:t>
          </a:r>
        </a:p>
      </dgm:t>
    </dgm:pt>
    <dgm:pt modelId="{2C76B662-7F66-420E-9A96-4289FDD4A582}" type="parTrans" cxnId="{8B00FECB-185B-4DBB-A278-D4BB858BD7F2}">
      <dgm:prSet/>
      <dgm:spPr/>
      <dgm:t>
        <a:bodyPr/>
        <a:lstStyle/>
        <a:p>
          <a:endParaRPr lang="en-US"/>
        </a:p>
      </dgm:t>
    </dgm:pt>
    <dgm:pt modelId="{BF3846DB-3D2C-45EA-9825-5EF65690958F}" type="sibTrans" cxnId="{8B00FECB-185B-4DBB-A278-D4BB858BD7F2}">
      <dgm:prSet/>
      <dgm:spPr/>
      <dgm:t>
        <a:bodyPr/>
        <a:lstStyle/>
        <a:p>
          <a:endParaRPr lang="en-US"/>
        </a:p>
      </dgm:t>
    </dgm:pt>
    <dgm:pt modelId="{59D00C34-3D5A-4C18-83C5-CD38A7D3C45B}">
      <dgm:prSet custT="1"/>
      <dgm:spPr/>
      <dgm:t>
        <a:bodyPr/>
        <a:lstStyle/>
        <a:p>
          <a:pPr>
            <a:buNone/>
          </a:pPr>
          <a:r>
            <a:rPr lang="en-US" sz="1800" b="0" dirty="0">
              <a:latin typeface="Arial" panose="020B0604020202020204" pitchFamily="34" charset="0"/>
              <a:cs typeface="Arial" panose="020B0604020202020204" pitchFamily="34" charset="0"/>
            </a:rPr>
            <a:t>This option lets the user to open a previously saved program.</a:t>
          </a:r>
        </a:p>
      </dgm:t>
    </dgm:pt>
    <dgm:pt modelId="{649BDE51-4127-4893-B522-07FD253514EA}" type="parTrans" cxnId="{4F22B41C-C558-4664-8266-8BF8F0CF5D24}">
      <dgm:prSet/>
      <dgm:spPr/>
      <dgm:t>
        <a:bodyPr/>
        <a:lstStyle/>
        <a:p>
          <a:endParaRPr lang="en-US"/>
        </a:p>
      </dgm:t>
    </dgm:pt>
    <dgm:pt modelId="{0A23475E-1811-4A04-BC02-CB051A190E64}" type="sibTrans" cxnId="{4F22B41C-C558-4664-8266-8BF8F0CF5D24}">
      <dgm:prSet/>
      <dgm:spPr/>
      <dgm:t>
        <a:bodyPr/>
        <a:lstStyle/>
        <a:p>
          <a:endParaRPr lang="en-US"/>
        </a:p>
      </dgm:t>
    </dgm:pt>
    <dgm:pt modelId="{EC197904-1D92-4485-98DA-0ACC8CB23409}" type="pres">
      <dgm:prSet presAssocID="{53330B39-934D-4B49-B9E5-E975E4B85D56}" presName="Name0" presStyleCnt="0">
        <dgm:presLayoutVars>
          <dgm:dir/>
          <dgm:animLvl val="lvl"/>
          <dgm:resizeHandles val="exact"/>
        </dgm:presLayoutVars>
      </dgm:prSet>
      <dgm:spPr/>
    </dgm:pt>
    <dgm:pt modelId="{70BE4D8D-551D-4AAD-9454-2387C283CDB0}" type="pres">
      <dgm:prSet presAssocID="{0A6C23CA-C3C5-4554-9203-DEF1541ADB01}" presName="composite" presStyleCnt="0"/>
      <dgm:spPr/>
    </dgm:pt>
    <dgm:pt modelId="{A0CD063E-1C73-4842-A98E-993B2488A34A}" type="pres">
      <dgm:prSet presAssocID="{0A6C23CA-C3C5-4554-9203-DEF1541ADB01}" presName="parTx" presStyleLbl="alignNode1" presStyleIdx="0" presStyleCnt="1">
        <dgm:presLayoutVars>
          <dgm:chMax val="0"/>
          <dgm:chPref val="0"/>
          <dgm:bulletEnabled val="1"/>
        </dgm:presLayoutVars>
      </dgm:prSet>
      <dgm:spPr/>
    </dgm:pt>
    <dgm:pt modelId="{95EA857C-57A3-4BDE-A417-6099087E08BE}" type="pres">
      <dgm:prSet presAssocID="{0A6C23CA-C3C5-4554-9203-DEF1541ADB01}" presName="desTx" presStyleLbl="alignAccFollowNode1" presStyleIdx="0" presStyleCnt="1">
        <dgm:presLayoutVars>
          <dgm:bulletEnabled val="1"/>
        </dgm:presLayoutVars>
      </dgm:prSet>
      <dgm:spPr/>
    </dgm:pt>
  </dgm:ptLst>
  <dgm:cxnLst>
    <dgm:cxn modelId="{4F22B41C-C558-4664-8266-8BF8F0CF5D24}" srcId="{0A6C23CA-C3C5-4554-9203-DEF1541ADB01}" destId="{59D00C34-3D5A-4C18-83C5-CD38A7D3C45B}" srcOrd="1" destOrd="0" parTransId="{649BDE51-4127-4893-B522-07FD253514EA}" sibTransId="{0A23475E-1811-4A04-BC02-CB051A190E64}"/>
    <dgm:cxn modelId="{3F227E3A-3BF6-44E7-8686-17BD785C6B90}" type="presOf" srcId="{FD14AC9A-7B35-41DF-87E7-237DD96EC05B}" destId="{95EA857C-57A3-4BDE-A417-6099087E08BE}" srcOrd="0" destOrd="0" presId="urn:microsoft.com/office/officeart/2005/8/layout/hList1"/>
    <dgm:cxn modelId="{0BF3748E-445E-4F1C-8C88-3C5E567AC28E}" srcId="{53330B39-934D-4B49-B9E5-E975E4B85D56}" destId="{0A6C23CA-C3C5-4554-9203-DEF1541ADB01}" srcOrd="0" destOrd="0" parTransId="{40098C08-31DE-4DE3-B0AF-A1BDF729AE03}" sibTransId="{00B05219-0760-40BF-A135-41F916629B6A}"/>
    <dgm:cxn modelId="{AACECA8F-7CB2-4C55-AD9F-C91BBE8845E9}" type="presOf" srcId="{59D00C34-3D5A-4C18-83C5-CD38A7D3C45B}" destId="{95EA857C-57A3-4BDE-A417-6099087E08BE}" srcOrd="0" destOrd="1" presId="urn:microsoft.com/office/officeart/2005/8/layout/hList1"/>
    <dgm:cxn modelId="{2F3E0BA3-3038-4B2D-BD6B-129C12A1502B}" type="presOf" srcId="{0A6C23CA-C3C5-4554-9203-DEF1541ADB01}" destId="{A0CD063E-1C73-4842-A98E-993B2488A34A}" srcOrd="0" destOrd="0" presId="urn:microsoft.com/office/officeart/2005/8/layout/hList1"/>
    <dgm:cxn modelId="{5F6EE6BA-7683-47CB-915A-CE36407AED7F}" type="presOf" srcId="{53330B39-934D-4B49-B9E5-E975E4B85D56}" destId="{EC197904-1D92-4485-98DA-0ACC8CB23409}" srcOrd="0" destOrd="0" presId="urn:microsoft.com/office/officeart/2005/8/layout/hList1"/>
    <dgm:cxn modelId="{8B00FECB-185B-4DBB-A278-D4BB858BD7F2}" srcId="{0A6C23CA-C3C5-4554-9203-DEF1541ADB01}" destId="{FD14AC9A-7B35-41DF-87E7-237DD96EC05B}" srcOrd="0" destOrd="0" parTransId="{2C76B662-7F66-420E-9A96-4289FDD4A582}" sibTransId="{BF3846DB-3D2C-45EA-9825-5EF65690958F}"/>
    <dgm:cxn modelId="{E63E719E-8E1D-46B7-AE07-16F06DCED0C2}" type="presParOf" srcId="{EC197904-1D92-4485-98DA-0ACC8CB23409}" destId="{70BE4D8D-551D-4AAD-9454-2387C283CDB0}" srcOrd="0" destOrd="0" presId="urn:microsoft.com/office/officeart/2005/8/layout/hList1"/>
    <dgm:cxn modelId="{E6BB5FD8-04FB-49E7-9185-55BAAE28C15C}" type="presParOf" srcId="{70BE4D8D-551D-4AAD-9454-2387C283CDB0}" destId="{A0CD063E-1C73-4842-A98E-993B2488A34A}" srcOrd="0" destOrd="0" presId="urn:microsoft.com/office/officeart/2005/8/layout/hList1"/>
    <dgm:cxn modelId="{972CFAAB-5859-46AD-94A1-F6084B722BAC}" type="presParOf" srcId="{70BE4D8D-551D-4AAD-9454-2387C283CDB0}" destId="{95EA857C-57A3-4BDE-A417-6099087E08BE}"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C5C93FE-A949-4162-A516-9212A5146186}" type="doc">
      <dgm:prSet loTypeId="urn:microsoft.com/office/officeart/2005/8/layout/hList1" loCatId="list" qsTypeId="urn:microsoft.com/office/officeart/2005/8/quickstyle/simple1" qsCatId="simple" csTypeId="urn:microsoft.com/office/officeart/2005/8/colors/accent4_4" csCatId="accent4" phldr="1"/>
      <dgm:spPr/>
      <dgm:t>
        <a:bodyPr/>
        <a:lstStyle/>
        <a:p>
          <a:endParaRPr lang="en-US"/>
        </a:p>
      </dgm:t>
    </dgm:pt>
    <dgm:pt modelId="{A3A60D75-5610-4549-ACD3-DFA679EF677F}">
      <dgm:prSet custT="1"/>
      <dgm:spPr>
        <a:solidFill>
          <a:schemeClr val="accent4"/>
        </a:solidFill>
      </dgm:spPr>
      <dgm:t>
        <a:bodyPr/>
        <a:lstStyle/>
        <a:p>
          <a:r>
            <a:rPr lang="en-US" sz="3200" b="1" baseline="0"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2.8 Exit (choice 6)</a:t>
          </a:r>
          <a:endParaRPr lang="en-US" sz="3200" b="1"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dgm:t>
    </dgm:pt>
    <dgm:pt modelId="{B4A358CB-6A19-4D19-B68C-AC7EFEAAA128}" type="parTrans" cxnId="{F209A35B-9C72-4884-B21A-3B7AD6AED63A}">
      <dgm:prSet/>
      <dgm:spPr/>
      <dgm:t>
        <a:bodyPr/>
        <a:lstStyle/>
        <a:p>
          <a:endParaRPr lang="en-US"/>
        </a:p>
      </dgm:t>
    </dgm:pt>
    <dgm:pt modelId="{ADF89DA1-156D-4D5C-B74B-58AEFB7EE0FA}" type="sibTrans" cxnId="{F209A35B-9C72-4884-B21A-3B7AD6AED63A}">
      <dgm:prSet/>
      <dgm:spPr/>
      <dgm:t>
        <a:bodyPr/>
        <a:lstStyle/>
        <a:p>
          <a:endParaRPr lang="en-US"/>
        </a:p>
      </dgm:t>
    </dgm:pt>
    <dgm:pt modelId="{DDE92676-A736-461B-8886-A8473C80BB9C}">
      <dgm:prSet custT="1"/>
      <dgm:spPr/>
      <dgm:t>
        <a:bodyPr/>
        <a:lstStyle/>
        <a:p>
          <a:pPr>
            <a:buNone/>
          </a:pPr>
          <a:r>
            <a:rPr lang="en-US" sz="1800" b="1" dirty="0">
              <a:latin typeface="Arial" panose="020B0604020202020204" pitchFamily="34" charset="0"/>
              <a:cs typeface="Arial" panose="020B0604020202020204" pitchFamily="34" charset="0"/>
            </a:rPr>
            <a:t>Description:</a:t>
          </a:r>
        </a:p>
      </dgm:t>
    </dgm:pt>
    <dgm:pt modelId="{88DA5D89-B83D-4564-8922-4A9CF71A300A}" type="parTrans" cxnId="{62967EED-9774-4F14-81BD-266872120A5F}">
      <dgm:prSet/>
      <dgm:spPr/>
      <dgm:t>
        <a:bodyPr/>
        <a:lstStyle/>
        <a:p>
          <a:endParaRPr lang="en-US"/>
        </a:p>
      </dgm:t>
    </dgm:pt>
    <dgm:pt modelId="{45BC1B67-B140-4FD0-A385-34F8B2954099}" type="sibTrans" cxnId="{62967EED-9774-4F14-81BD-266872120A5F}">
      <dgm:prSet/>
      <dgm:spPr/>
      <dgm:t>
        <a:bodyPr/>
        <a:lstStyle/>
        <a:p>
          <a:endParaRPr lang="en-US"/>
        </a:p>
      </dgm:t>
    </dgm:pt>
    <dgm:pt modelId="{13A89C8D-B1FA-4EB4-8A6A-E61D1D7A9760}">
      <dgm:prSet custT="1"/>
      <dgm:spPr/>
      <dgm:t>
        <a:bodyPr/>
        <a:lstStyle/>
        <a:p>
          <a:pPr>
            <a:buNone/>
          </a:pPr>
          <a:r>
            <a:rPr lang="en-US" sz="1800" dirty="0">
              <a:latin typeface="Arial" panose="020B0604020202020204" pitchFamily="34" charset="0"/>
              <a:cs typeface="Arial" panose="020B0604020202020204" pitchFamily="34" charset="0"/>
            </a:rPr>
            <a:t>This option ends the program with a thank you message.</a:t>
          </a:r>
        </a:p>
      </dgm:t>
    </dgm:pt>
    <dgm:pt modelId="{579A7767-B5AE-4281-BD55-102BF8B15376}" type="parTrans" cxnId="{F211052B-9B59-4D73-9B81-50DD5C027202}">
      <dgm:prSet/>
      <dgm:spPr/>
      <dgm:t>
        <a:bodyPr/>
        <a:lstStyle/>
        <a:p>
          <a:endParaRPr lang="en-US"/>
        </a:p>
      </dgm:t>
    </dgm:pt>
    <dgm:pt modelId="{6FF291BB-7ECC-41B7-B068-52FF6BCBC8C7}" type="sibTrans" cxnId="{F211052B-9B59-4D73-9B81-50DD5C027202}">
      <dgm:prSet/>
      <dgm:spPr/>
      <dgm:t>
        <a:bodyPr/>
        <a:lstStyle/>
        <a:p>
          <a:endParaRPr lang="en-US"/>
        </a:p>
      </dgm:t>
    </dgm:pt>
    <dgm:pt modelId="{A0E1892A-5F6A-4B90-AAFC-84C506C6AAA4}" type="pres">
      <dgm:prSet presAssocID="{AC5C93FE-A949-4162-A516-9212A5146186}" presName="Name0" presStyleCnt="0">
        <dgm:presLayoutVars>
          <dgm:dir/>
          <dgm:animLvl val="lvl"/>
          <dgm:resizeHandles val="exact"/>
        </dgm:presLayoutVars>
      </dgm:prSet>
      <dgm:spPr/>
    </dgm:pt>
    <dgm:pt modelId="{AF7DFA77-3A9F-41D8-B28A-E02B534B9055}" type="pres">
      <dgm:prSet presAssocID="{A3A60D75-5610-4549-ACD3-DFA679EF677F}" presName="composite" presStyleCnt="0"/>
      <dgm:spPr/>
    </dgm:pt>
    <dgm:pt modelId="{5638D70D-5890-4A1E-9831-6BEBBEE8E27E}" type="pres">
      <dgm:prSet presAssocID="{A3A60D75-5610-4549-ACD3-DFA679EF677F}" presName="parTx" presStyleLbl="alignNode1" presStyleIdx="0" presStyleCnt="1" custLinFactNeighborX="92">
        <dgm:presLayoutVars>
          <dgm:chMax val="0"/>
          <dgm:chPref val="0"/>
          <dgm:bulletEnabled val="1"/>
        </dgm:presLayoutVars>
      </dgm:prSet>
      <dgm:spPr/>
    </dgm:pt>
    <dgm:pt modelId="{07097741-2A1B-4D55-B245-52B12DB9A6B9}" type="pres">
      <dgm:prSet presAssocID="{A3A60D75-5610-4549-ACD3-DFA679EF677F}" presName="desTx" presStyleLbl="alignAccFollowNode1" presStyleIdx="0" presStyleCnt="1">
        <dgm:presLayoutVars>
          <dgm:bulletEnabled val="1"/>
        </dgm:presLayoutVars>
      </dgm:prSet>
      <dgm:spPr/>
    </dgm:pt>
  </dgm:ptLst>
  <dgm:cxnLst>
    <dgm:cxn modelId="{C24AB01C-EA5D-4389-B0BC-631F00D4AFD9}" type="presOf" srcId="{DDE92676-A736-461B-8886-A8473C80BB9C}" destId="{07097741-2A1B-4D55-B245-52B12DB9A6B9}" srcOrd="0" destOrd="0" presId="urn:microsoft.com/office/officeart/2005/8/layout/hList1"/>
    <dgm:cxn modelId="{F211052B-9B59-4D73-9B81-50DD5C027202}" srcId="{A3A60D75-5610-4549-ACD3-DFA679EF677F}" destId="{13A89C8D-B1FA-4EB4-8A6A-E61D1D7A9760}" srcOrd="1" destOrd="0" parTransId="{579A7767-B5AE-4281-BD55-102BF8B15376}" sibTransId="{6FF291BB-7ECC-41B7-B068-52FF6BCBC8C7}"/>
    <dgm:cxn modelId="{4ADAE72F-1A79-4666-8BCB-F15F0954DA4A}" type="presOf" srcId="{A3A60D75-5610-4549-ACD3-DFA679EF677F}" destId="{5638D70D-5890-4A1E-9831-6BEBBEE8E27E}" srcOrd="0" destOrd="0" presId="urn:microsoft.com/office/officeart/2005/8/layout/hList1"/>
    <dgm:cxn modelId="{F209A35B-9C72-4884-B21A-3B7AD6AED63A}" srcId="{AC5C93FE-A949-4162-A516-9212A5146186}" destId="{A3A60D75-5610-4549-ACD3-DFA679EF677F}" srcOrd="0" destOrd="0" parTransId="{B4A358CB-6A19-4D19-B68C-AC7EFEAAA128}" sibTransId="{ADF89DA1-156D-4D5C-B74B-58AEFB7EE0FA}"/>
    <dgm:cxn modelId="{0922398A-EE35-40FD-A0DC-E8464EA32EF8}" type="presOf" srcId="{13A89C8D-B1FA-4EB4-8A6A-E61D1D7A9760}" destId="{07097741-2A1B-4D55-B245-52B12DB9A6B9}" srcOrd="0" destOrd="1" presId="urn:microsoft.com/office/officeart/2005/8/layout/hList1"/>
    <dgm:cxn modelId="{62967EED-9774-4F14-81BD-266872120A5F}" srcId="{A3A60D75-5610-4549-ACD3-DFA679EF677F}" destId="{DDE92676-A736-461B-8886-A8473C80BB9C}" srcOrd="0" destOrd="0" parTransId="{88DA5D89-B83D-4564-8922-4A9CF71A300A}" sibTransId="{45BC1B67-B140-4FD0-A385-34F8B2954099}"/>
    <dgm:cxn modelId="{AB55EFED-5BC9-4BFB-9512-4A9D5E50C920}" type="presOf" srcId="{AC5C93FE-A949-4162-A516-9212A5146186}" destId="{A0E1892A-5F6A-4B90-AAFC-84C506C6AAA4}" srcOrd="0" destOrd="0" presId="urn:microsoft.com/office/officeart/2005/8/layout/hList1"/>
    <dgm:cxn modelId="{B24D0DE5-8588-43F1-A47E-55B840720241}" type="presParOf" srcId="{A0E1892A-5F6A-4B90-AAFC-84C506C6AAA4}" destId="{AF7DFA77-3A9F-41D8-B28A-E02B534B9055}" srcOrd="0" destOrd="0" presId="urn:microsoft.com/office/officeart/2005/8/layout/hList1"/>
    <dgm:cxn modelId="{1FEC61C1-9F4B-4145-B6A8-FE36E5E1E25C}" type="presParOf" srcId="{AF7DFA77-3A9F-41D8-B28A-E02B534B9055}" destId="{5638D70D-5890-4A1E-9831-6BEBBEE8E27E}" srcOrd="0" destOrd="0" presId="urn:microsoft.com/office/officeart/2005/8/layout/hList1"/>
    <dgm:cxn modelId="{69C3A4C8-549A-41C2-BCA7-725605FBD4F2}" type="presParOf" srcId="{AF7DFA77-3A9F-41D8-B28A-E02B534B9055}" destId="{07097741-2A1B-4D55-B245-52B12DB9A6B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CA6D56C-65F0-441E-B503-9D686A8E5B63}" type="doc">
      <dgm:prSet loTypeId="urn:microsoft.com/office/officeart/2005/8/layout/vList2" loCatId="list" qsTypeId="urn:microsoft.com/office/officeart/2005/8/quickstyle/simple2" qsCatId="simple" csTypeId="urn:microsoft.com/office/officeart/2005/8/colors/accent4_4" csCatId="accent4" phldr="1"/>
      <dgm:spPr/>
      <dgm:t>
        <a:bodyPr/>
        <a:lstStyle/>
        <a:p>
          <a:endParaRPr lang="en-US"/>
        </a:p>
      </dgm:t>
    </dgm:pt>
    <dgm:pt modelId="{E6AAE239-DD68-43EE-9DD3-5BAB1742D1AC}">
      <dgm:prSet custT="1"/>
      <dgm:spPr>
        <a:solidFill>
          <a:schemeClr val="accent4"/>
        </a:solidFill>
      </dgm:spPr>
      <dgm:t>
        <a:bodyPr/>
        <a:lstStyle/>
        <a:p>
          <a:pPr algn="ctr"/>
          <a:r>
            <a:rPr lang="en-US" sz="3200" b="1" baseline="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3. Conclusion</a:t>
          </a:r>
          <a:endParaRPr lang="en-US" sz="32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dgm:t>
    </dgm:pt>
    <dgm:pt modelId="{CA191B51-F72C-45F5-98D7-B7EF542DF2FB}" type="parTrans" cxnId="{31773E28-102C-4FA7-A9E6-D4BE9C1144A1}">
      <dgm:prSet/>
      <dgm:spPr/>
      <dgm:t>
        <a:bodyPr/>
        <a:lstStyle/>
        <a:p>
          <a:endParaRPr lang="en-US"/>
        </a:p>
      </dgm:t>
    </dgm:pt>
    <dgm:pt modelId="{45ADCAB4-596D-4063-BDD3-BE21AA656188}" type="sibTrans" cxnId="{31773E28-102C-4FA7-A9E6-D4BE9C1144A1}">
      <dgm:prSet/>
      <dgm:spPr/>
      <dgm:t>
        <a:bodyPr/>
        <a:lstStyle/>
        <a:p>
          <a:endParaRPr lang="en-US"/>
        </a:p>
      </dgm:t>
    </dgm:pt>
    <dgm:pt modelId="{E923F499-92AB-4C06-B584-E4081F9E271B}" type="pres">
      <dgm:prSet presAssocID="{3CA6D56C-65F0-441E-B503-9D686A8E5B63}" presName="linear" presStyleCnt="0">
        <dgm:presLayoutVars>
          <dgm:animLvl val="lvl"/>
          <dgm:resizeHandles val="exact"/>
        </dgm:presLayoutVars>
      </dgm:prSet>
      <dgm:spPr/>
    </dgm:pt>
    <dgm:pt modelId="{EFA4A906-6CC8-4074-80C0-DE153C66A324}" type="pres">
      <dgm:prSet presAssocID="{E6AAE239-DD68-43EE-9DD3-5BAB1742D1AC}" presName="parentText" presStyleLbl="node1" presStyleIdx="0" presStyleCnt="1" custLinFactNeighborX="76" custLinFactNeighborY="-642">
        <dgm:presLayoutVars>
          <dgm:chMax val="0"/>
          <dgm:bulletEnabled val="1"/>
        </dgm:presLayoutVars>
      </dgm:prSet>
      <dgm:spPr/>
    </dgm:pt>
  </dgm:ptLst>
  <dgm:cxnLst>
    <dgm:cxn modelId="{5DD7BD0D-85C6-46DA-9DB8-3135F091CD53}" type="presOf" srcId="{3CA6D56C-65F0-441E-B503-9D686A8E5B63}" destId="{E923F499-92AB-4C06-B584-E4081F9E271B}" srcOrd="0" destOrd="0" presId="urn:microsoft.com/office/officeart/2005/8/layout/vList2"/>
    <dgm:cxn modelId="{31773E28-102C-4FA7-A9E6-D4BE9C1144A1}" srcId="{3CA6D56C-65F0-441E-B503-9D686A8E5B63}" destId="{E6AAE239-DD68-43EE-9DD3-5BAB1742D1AC}" srcOrd="0" destOrd="0" parTransId="{CA191B51-F72C-45F5-98D7-B7EF542DF2FB}" sibTransId="{45ADCAB4-596D-4063-BDD3-BE21AA656188}"/>
    <dgm:cxn modelId="{DCCA24BF-6373-441B-A77D-760F14C25E77}" type="presOf" srcId="{E6AAE239-DD68-43EE-9DD3-5BAB1742D1AC}" destId="{EFA4A906-6CC8-4074-80C0-DE153C66A324}" srcOrd="0" destOrd="0" presId="urn:microsoft.com/office/officeart/2005/8/layout/vList2"/>
    <dgm:cxn modelId="{1BD390A5-9360-44D6-BD37-988CE927889E}" type="presParOf" srcId="{E923F499-92AB-4C06-B584-E4081F9E271B}" destId="{EFA4A906-6CC8-4074-80C0-DE153C66A324}"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9E2046-F343-49A7-91AC-0440DA1DDF17}">
      <dsp:nvSpPr>
        <dsp:cNvPr id="0" name=""/>
        <dsp:cNvSpPr/>
      </dsp:nvSpPr>
      <dsp:spPr>
        <a:xfrm>
          <a:off x="0" y="580514"/>
          <a:ext cx="4786567" cy="1411653"/>
        </a:xfrm>
        <a:prstGeom prst="roundRect">
          <a:avLst/>
        </a:prstGeom>
        <a:solidFill>
          <a:schemeClr val="accent4"/>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1" kern="1200" baseline="0"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Ceremony Seat Management  System</a:t>
          </a:r>
          <a:br>
            <a:rPr lang="en-US" sz="3200" b="1" kern="1200" baseline="0"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br>
          <a:r>
            <a:rPr lang="en-US" sz="3200" b="1" kern="1200" baseline="0"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Group:2</a:t>
          </a:r>
          <a:endParaRPr lang="en-US" sz="3200" kern="1200"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dsp:txBody>
      <dsp:txXfrm>
        <a:off x="68911" y="649425"/>
        <a:ext cx="4648745" cy="12738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F231C1-D203-4B24-8E09-CC56090CF84F}">
      <dsp:nvSpPr>
        <dsp:cNvPr id="0" name=""/>
        <dsp:cNvSpPr/>
      </dsp:nvSpPr>
      <dsp:spPr>
        <a:xfrm>
          <a:off x="0" y="131310"/>
          <a:ext cx="10058399" cy="842400"/>
        </a:xfrm>
        <a:prstGeom prst="roundRect">
          <a:avLst/>
        </a:prstGeom>
        <a:solidFill>
          <a:schemeClr val="accent4"/>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b="1" kern="1200" baseline="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About the </a:t>
          </a:r>
          <a:r>
            <a:rPr lang="en-US" sz="3600" b="1" kern="1200" baseline="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Ceremony</a:t>
          </a:r>
          <a:r>
            <a:rPr lang="en-US" sz="3600" b="1" kern="1200" baseline="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Seat Management System</a:t>
          </a:r>
          <a:endParaRPr lang="en-US" sz="3600" b="1"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dsp:txBody>
      <dsp:txXfrm>
        <a:off x="41123" y="172433"/>
        <a:ext cx="9976153" cy="76015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29A615-E5BE-4AAC-B7BE-B60709C5659D}">
      <dsp:nvSpPr>
        <dsp:cNvPr id="0" name=""/>
        <dsp:cNvSpPr/>
      </dsp:nvSpPr>
      <dsp:spPr>
        <a:xfrm>
          <a:off x="-1169" y="37282"/>
          <a:ext cx="3899878" cy="3899878"/>
        </a:xfrm>
        <a:prstGeom prst="pie">
          <a:avLst>
            <a:gd name="adj1" fmla="val 5400000"/>
            <a:gd name="adj2" fmla="val 16200000"/>
          </a:avLst>
        </a:prstGeom>
        <a:solidFill>
          <a:schemeClr val="accent4"/>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C3961D-607B-453E-9F17-DF9C31E00E3B}">
      <dsp:nvSpPr>
        <dsp:cNvPr id="0" name=""/>
        <dsp:cNvSpPr/>
      </dsp:nvSpPr>
      <dsp:spPr>
        <a:xfrm>
          <a:off x="1949939" y="0"/>
          <a:ext cx="8108461" cy="3899878"/>
        </a:xfrm>
        <a:prstGeom prst="rect">
          <a:avLst/>
        </a:prstGeom>
        <a:solidFill>
          <a:schemeClr val="lt1">
            <a:alpha val="90000"/>
            <a:hueOff val="0"/>
            <a:satOff val="0"/>
            <a:lumOff val="0"/>
            <a:alphaOff val="0"/>
          </a:schemeClr>
        </a:solidFill>
        <a:ln w="15875" cap="flat" cmpd="sng" algn="ctr">
          <a:solidFill>
            <a:schemeClr val="accent4">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panose="020B0604020202020204" pitchFamily="34" charset="0"/>
              <a:cs typeface="Arial" panose="020B0604020202020204" pitchFamily="34" charset="0"/>
            </a:rPr>
            <a:t>The Ceremony Seat Management System is a text-based C program that is developed to arrange seat plans for various events such as conferences, wedding receptions , graduation ceremonies and other gatherings. The system helps the organizer to arrange seats by choosing how many rows there are and how many seats are in each row. Then they can book seats, cancel bookings, change seat assignments, and see the current seating plan. </a:t>
          </a:r>
        </a:p>
      </dsp:txBody>
      <dsp:txXfrm>
        <a:off x="1949939" y="0"/>
        <a:ext cx="8108461" cy="38998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D2BBF7-5E93-455D-98FE-58F11DEC2672}">
      <dsp:nvSpPr>
        <dsp:cNvPr id="0" name=""/>
        <dsp:cNvSpPr/>
      </dsp:nvSpPr>
      <dsp:spPr>
        <a:xfrm>
          <a:off x="0" y="0"/>
          <a:ext cx="3004423" cy="722745"/>
        </a:xfrm>
        <a:prstGeom prst="roundRect">
          <a:avLst>
            <a:gd name="adj" fmla="val 10000"/>
          </a:avLst>
        </a:prstGeom>
        <a:solidFill>
          <a:schemeClr val="accent4"/>
        </a:solidFill>
        <a:ln w="15875"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1" kern="1200" baseline="0" dirty="0">
              <a:solidFill>
                <a:schemeClr val="bg2">
                  <a:lumMod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Output:</a:t>
          </a:r>
          <a:endParaRPr lang="en-US" sz="3200" kern="1200" dirty="0">
            <a:latin typeface="Times New Roman" panose="02020603050405020304" pitchFamily="18" charset="0"/>
            <a:cs typeface="Times New Roman" panose="02020603050405020304" pitchFamily="18" charset="0"/>
          </a:endParaRPr>
        </a:p>
      </dsp:txBody>
      <dsp:txXfrm>
        <a:off x="21168" y="21168"/>
        <a:ext cx="2962087" cy="68040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A840D0-6F29-4946-B120-D5E472027D3B}">
      <dsp:nvSpPr>
        <dsp:cNvPr id="0" name=""/>
        <dsp:cNvSpPr/>
      </dsp:nvSpPr>
      <dsp:spPr>
        <a:xfrm>
          <a:off x="0" y="15630"/>
          <a:ext cx="10058399" cy="683730"/>
        </a:xfrm>
        <a:prstGeom prst="rect">
          <a:avLst/>
        </a:prstGeom>
        <a:solidFill>
          <a:schemeClr val="accent4"/>
        </a:solidFill>
        <a:ln w="15875" cap="flat" cmpd="sng" algn="ctr">
          <a:solidFill>
            <a:schemeClr val="accent4">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b="1" u="none" kern="1200" baseline="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2.3 Book a seat (choice 1)</a:t>
          </a:r>
        </a:p>
      </dsp:txBody>
      <dsp:txXfrm>
        <a:off x="0" y="15630"/>
        <a:ext cx="10058399" cy="683730"/>
      </dsp:txXfrm>
    </dsp:sp>
    <dsp:sp modelId="{0BAC67B6-BE0B-451A-BE6E-93AB2B2AE2B7}">
      <dsp:nvSpPr>
        <dsp:cNvPr id="0" name=""/>
        <dsp:cNvSpPr/>
      </dsp:nvSpPr>
      <dsp:spPr>
        <a:xfrm>
          <a:off x="0" y="708932"/>
          <a:ext cx="10058399" cy="878400"/>
        </a:xfrm>
        <a:prstGeom prst="rect">
          <a:avLst/>
        </a:prstGeom>
        <a:solidFill>
          <a:schemeClr val="accent4">
            <a:alpha val="90000"/>
            <a:tint val="55000"/>
            <a:hueOff val="0"/>
            <a:satOff val="0"/>
            <a:lumOff val="0"/>
            <a:alphaOff val="0"/>
          </a:schemeClr>
        </a:solidFill>
        <a:ln w="15875" cap="flat" cmpd="sng" algn="ctr">
          <a:solidFill>
            <a:schemeClr val="accent4">
              <a:alpha val="90000"/>
              <a:tint val="55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363154-A465-401F-807E-B035E257CD57}">
      <dsp:nvSpPr>
        <dsp:cNvPr id="0" name=""/>
        <dsp:cNvSpPr/>
      </dsp:nvSpPr>
      <dsp:spPr>
        <a:xfrm>
          <a:off x="4911" y="-435689"/>
          <a:ext cx="10048577" cy="871380"/>
        </a:xfrm>
        <a:prstGeom prst="rect">
          <a:avLst/>
        </a:prstGeom>
        <a:solidFill>
          <a:schemeClr val="accent4"/>
        </a:solidFill>
        <a:ln w="15875" cap="flat" cmpd="sng" algn="ctr">
          <a:solidFill>
            <a:schemeClr val="accent4">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146304" rIns="256032" bIns="146304" numCol="1" spcCol="1270" anchor="ctr" anchorCtr="0">
          <a:noAutofit/>
        </a:bodyPr>
        <a:lstStyle/>
        <a:p>
          <a:pPr marL="0" lvl="0" indent="0" algn="ctr" defTabSz="1600200">
            <a:lnSpc>
              <a:spcPct val="90000"/>
            </a:lnSpc>
            <a:spcBef>
              <a:spcPct val="0"/>
            </a:spcBef>
            <a:spcAft>
              <a:spcPct val="35000"/>
            </a:spcAft>
            <a:buNone/>
          </a:pPr>
          <a:r>
            <a:rPr lang="en-US" sz="3600" b="1" kern="1200" baseline="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2.4 </a:t>
          </a:r>
          <a:r>
            <a:rPr lang="en-US" sz="3200" b="1" kern="1200" baseline="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Cancel</a:t>
          </a:r>
          <a:r>
            <a:rPr lang="en-US" sz="3600" b="1" kern="1200" baseline="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 </a:t>
          </a:r>
          <a:r>
            <a:rPr lang="en-US" sz="3200" b="1" kern="1200" baseline="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Booking (choice 2)</a:t>
          </a:r>
          <a:endParaRPr lang="en-US" sz="3200" b="1" kern="12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dsp:txBody>
      <dsp:txXfrm>
        <a:off x="4911" y="-435689"/>
        <a:ext cx="10048577" cy="871380"/>
      </dsp:txXfrm>
    </dsp:sp>
    <dsp:sp modelId="{1759ECFE-0E32-4570-9EBF-6173D2BDEFCF}">
      <dsp:nvSpPr>
        <dsp:cNvPr id="0" name=""/>
        <dsp:cNvSpPr/>
      </dsp:nvSpPr>
      <dsp:spPr>
        <a:xfrm>
          <a:off x="0" y="435690"/>
          <a:ext cx="10048577" cy="895926"/>
        </a:xfrm>
        <a:prstGeom prst="rect">
          <a:avLst/>
        </a:prstGeom>
        <a:solidFill>
          <a:schemeClr val="accent4">
            <a:alpha val="90000"/>
            <a:tint val="55000"/>
            <a:hueOff val="0"/>
            <a:satOff val="0"/>
            <a:lumOff val="0"/>
            <a:alphaOff val="0"/>
          </a:schemeClr>
        </a:solidFill>
        <a:ln w="15875" cap="flat" cmpd="sng" algn="ctr">
          <a:solidFill>
            <a:schemeClr val="accent4">
              <a:alpha val="90000"/>
              <a:tint val="55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None/>
          </a:pPr>
          <a:r>
            <a:rPr lang="en-US" sz="1800" b="1" kern="1200" dirty="0">
              <a:solidFill>
                <a:schemeClr val="bg1"/>
              </a:solidFill>
              <a:latin typeface="Arial" panose="020B0604020202020204" pitchFamily="34" charset="0"/>
              <a:cs typeface="Arial" panose="020B0604020202020204" pitchFamily="34" charset="0"/>
            </a:rPr>
            <a:t>Description:</a:t>
          </a:r>
        </a:p>
        <a:p>
          <a:pPr marL="171450" lvl="1" indent="-171450" algn="l" defTabSz="800100">
            <a:lnSpc>
              <a:spcPct val="90000"/>
            </a:lnSpc>
            <a:spcBef>
              <a:spcPct val="0"/>
            </a:spcBef>
            <a:spcAft>
              <a:spcPct val="15000"/>
            </a:spcAft>
            <a:buNone/>
          </a:pPr>
          <a:r>
            <a:rPr lang="en-AU" sz="1800" kern="1200" dirty="0">
              <a:solidFill>
                <a:schemeClr val="bg1"/>
              </a:solidFill>
              <a:latin typeface="Arial" panose="020B0604020202020204" pitchFamily="34" charset="0"/>
              <a:cs typeface="Arial" panose="020B0604020202020204" pitchFamily="34" charset="0"/>
            </a:rPr>
            <a:t>This part allows the user to cancel booking for a seat. After cancelling a booking the seat becomes available again</a:t>
          </a:r>
          <a:r>
            <a:rPr lang="en-US" sz="1800" b="1" kern="1200" dirty="0">
              <a:solidFill>
                <a:schemeClr val="bg1"/>
              </a:solidFill>
              <a:latin typeface="Arial" panose="020B0604020202020204" pitchFamily="34" charset="0"/>
              <a:cs typeface="Arial" panose="020B0604020202020204" pitchFamily="34" charset="0"/>
            </a:rPr>
            <a:t>                                            </a:t>
          </a:r>
        </a:p>
      </dsp:txBody>
      <dsp:txXfrm>
        <a:off x="0" y="435690"/>
        <a:ext cx="10048577" cy="89592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BB28B3-AEAB-40CD-B8F7-893A71D789DC}">
      <dsp:nvSpPr>
        <dsp:cNvPr id="0" name=""/>
        <dsp:cNvSpPr/>
      </dsp:nvSpPr>
      <dsp:spPr>
        <a:xfrm>
          <a:off x="0" y="7812"/>
          <a:ext cx="9781309" cy="1045399"/>
        </a:xfrm>
        <a:prstGeom prst="rect">
          <a:avLst/>
        </a:prstGeom>
        <a:solidFill>
          <a:schemeClr val="accent4"/>
        </a:solidFill>
        <a:ln w="15875" cap="flat" cmpd="sng" algn="ctr">
          <a:solidFill>
            <a:schemeClr val="accent4">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AU" sz="3200" b="1" kern="1200" baseline="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2.5 </a:t>
          </a:r>
          <a:r>
            <a:rPr lang="en-AU" sz="3200" b="1" kern="1200" baseline="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Update</a:t>
          </a:r>
          <a:r>
            <a:rPr lang="en-AU" sz="3200" b="1" kern="1200" baseline="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Booking Details (choice 3)</a:t>
          </a:r>
          <a:br>
            <a:rPr lang="en-US" sz="800" kern="1200" baseline="0" dirty="0">
              <a:solidFill>
                <a:schemeClr val="bg1"/>
              </a:solidFill>
            </a:rPr>
          </a:br>
          <a:r>
            <a:rPr lang="en-AU" sz="800" kern="1200" baseline="0" dirty="0">
              <a:solidFill>
                <a:schemeClr val="bg1"/>
              </a:solidFill>
            </a:rPr>
            <a:t> </a:t>
          </a:r>
          <a:br>
            <a:rPr lang="en-US" sz="800" kern="1200" baseline="0" dirty="0">
              <a:solidFill>
                <a:schemeClr val="bg1"/>
              </a:solidFill>
            </a:rPr>
          </a:br>
          <a:r>
            <a:rPr lang="en-AU" sz="800" kern="1200" baseline="0" dirty="0">
              <a:solidFill>
                <a:schemeClr val="bg1"/>
              </a:solidFill>
            </a:rPr>
            <a:t> </a:t>
          </a:r>
          <a:br>
            <a:rPr lang="en-US" sz="800" kern="1200" baseline="0" dirty="0">
              <a:solidFill>
                <a:schemeClr val="bg1"/>
              </a:solidFill>
            </a:rPr>
          </a:br>
          <a:endParaRPr lang="en-US" sz="800" kern="1200" dirty="0">
            <a:solidFill>
              <a:schemeClr val="bg1"/>
            </a:solidFill>
          </a:endParaRPr>
        </a:p>
      </dsp:txBody>
      <dsp:txXfrm>
        <a:off x="0" y="7812"/>
        <a:ext cx="9781309" cy="1045399"/>
      </dsp:txXfrm>
    </dsp:sp>
    <dsp:sp modelId="{F81740B6-A174-4B02-872E-B175F10C256F}">
      <dsp:nvSpPr>
        <dsp:cNvPr id="0" name=""/>
        <dsp:cNvSpPr/>
      </dsp:nvSpPr>
      <dsp:spPr>
        <a:xfrm>
          <a:off x="0" y="813412"/>
          <a:ext cx="9781309" cy="886027"/>
        </a:xfrm>
        <a:prstGeom prst="rect">
          <a:avLst/>
        </a:prstGeom>
        <a:solidFill>
          <a:schemeClr val="accent4">
            <a:alpha val="90000"/>
            <a:tint val="55000"/>
            <a:hueOff val="0"/>
            <a:satOff val="0"/>
            <a:lumOff val="0"/>
            <a:alphaOff val="0"/>
          </a:schemeClr>
        </a:solidFill>
        <a:ln w="15875" cap="flat" cmpd="sng" algn="ctr">
          <a:solidFill>
            <a:schemeClr val="accent4">
              <a:alpha val="90000"/>
              <a:tint val="55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None/>
          </a:pPr>
          <a:r>
            <a:rPr lang="en-AU" sz="1800" b="1" kern="1200" dirty="0">
              <a:latin typeface="Arial" panose="020B0604020202020204" pitchFamily="34" charset="0"/>
              <a:cs typeface="Arial" panose="020B0604020202020204" pitchFamily="34" charset="0"/>
            </a:rPr>
            <a:t>Description:</a:t>
          </a:r>
          <a:endParaRPr lang="en-US" sz="1800" b="1"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15000"/>
            </a:spcAft>
            <a:buNone/>
          </a:pPr>
          <a:r>
            <a:rPr lang="en-AU" sz="1800" kern="1200" dirty="0">
              <a:latin typeface="Arial" panose="020B0604020202020204" pitchFamily="34" charset="0"/>
              <a:cs typeface="Arial" panose="020B0604020202020204" pitchFamily="34" charset="0"/>
            </a:rPr>
            <a:t>This option lets the user to change the guest's name, number and even the seat position for a</a:t>
          </a:r>
          <a:endParaRPr lang="en-US" sz="1800"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15000"/>
            </a:spcAft>
            <a:buNone/>
          </a:pPr>
          <a:r>
            <a:rPr lang="en-AU" sz="1800" kern="1200" dirty="0">
              <a:latin typeface="Arial" panose="020B0604020202020204" pitchFamily="34" charset="0"/>
              <a:cs typeface="Arial" panose="020B0604020202020204" pitchFamily="34" charset="0"/>
            </a:rPr>
            <a:t>previously booked seat.</a:t>
          </a:r>
          <a:endParaRPr lang="en-US" sz="1800" kern="1200" dirty="0">
            <a:latin typeface="Arial" panose="020B0604020202020204" pitchFamily="34" charset="0"/>
            <a:cs typeface="Arial" panose="020B0604020202020204" pitchFamily="34" charset="0"/>
          </a:endParaRPr>
        </a:p>
      </dsp:txBody>
      <dsp:txXfrm>
        <a:off x="0" y="813412"/>
        <a:ext cx="9781309" cy="88602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C54FA7-8455-4992-A74F-115CCB50ADCF}">
      <dsp:nvSpPr>
        <dsp:cNvPr id="0" name=""/>
        <dsp:cNvSpPr/>
      </dsp:nvSpPr>
      <dsp:spPr>
        <a:xfrm>
          <a:off x="4911" y="-375074"/>
          <a:ext cx="10048577" cy="750149"/>
        </a:xfrm>
        <a:prstGeom prst="rect">
          <a:avLst/>
        </a:prstGeom>
        <a:solidFill>
          <a:schemeClr val="accent4"/>
        </a:solidFill>
        <a:ln w="15875" cap="flat" cmpd="sng" algn="ctr">
          <a:solidFill>
            <a:schemeClr val="accent4">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b="1" kern="1200" baseline="0"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2.6 Save Seating Arrangements (choice 4)</a:t>
          </a:r>
          <a:endParaRPr lang="en-US" sz="3200" b="1" kern="1200"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dsp:txBody>
      <dsp:txXfrm>
        <a:off x="4911" y="-375074"/>
        <a:ext cx="10048577" cy="750149"/>
      </dsp:txXfrm>
    </dsp:sp>
    <dsp:sp modelId="{B72A5974-284C-4C9F-8EB9-CEDF2413F3D2}">
      <dsp:nvSpPr>
        <dsp:cNvPr id="0" name=""/>
        <dsp:cNvSpPr/>
      </dsp:nvSpPr>
      <dsp:spPr>
        <a:xfrm>
          <a:off x="0" y="375074"/>
          <a:ext cx="10048577" cy="1542473"/>
        </a:xfrm>
        <a:prstGeom prst="rect">
          <a:avLst/>
        </a:prstGeom>
        <a:solidFill>
          <a:schemeClr val="accent4">
            <a:alpha val="90000"/>
            <a:tint val="55000"/>
            <a:hueOff val="0"/>
            <a:satOff val="0"/>
            <a:lumOff val="0"/>
            <a:alphaOff val="0"/>
          </a:schemeClr>
        </a:solidFill>
        <a:ln w="15875" cap="flat" cmpd="sng" algn="ctr">
          <a:solidFill>
            <a:schemeClr val="accent4">
              <a:alpha val="90000"/>
              <a:tint val="55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None/>
          </a:pPr>
          <a:r>
            <a:rPr lang="en-US" sz="1800" b="1" kern="1200" dirty="0">
              <a:latin typeface="Arial" panose="020B0604020202020204" pitchFamily="34" charset="0"/>
              <a:cs typeface="Arial" panose="020B0604020202020204" pitchFamily="34" charset="0"/>
            </a:rPr>
            <a:t>Description:</a:t>
          </a:r>
        </a:p>
        <a:p>
          <a:pPr marL="171450" lvl="1" indent="-171450" algn="l" defTabSz="800100">
            <a:lnSpc>
              <a:spcPct val="90000"/>
            </a:lnSpc>
            <a:spcBef>
              <a:spcPct val="0"/>
            </a:spcBef>
            <a:spcAft>
              <a:spcPct val="15000"/>
            </a:spcAft>
            <a:buNone/>
          </a:pPr>
          <a:r>
            <a:rPr lang="en-AU" sz="1800" kern="1200" dirty="0">
              <a:latin typeface="Arial" panose="020B0604020202020204" pitchFamily="34" charset="0"/>
              <a:cs typeface="Arial" panose="020B0604020202020204" pitchFamily="34" charset="0"/>
            </a:rPr>
            <a:t>This option saves the seating arrangement into a binary file. This is useful if we want to re-open the</a:t>
          </a:r>
          <a:endParaRPr lang="en-US" sz="1800" b="1"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15000"/>
            </a:spcAft>
            <a:buNone/>
          </a:pPr>
          <a:r>
            <a:rPr lang="en-AU" sz="1800" kern="1200" dirty="0">
              <a:latin typeface="Arial" panose="020B0604020202020204" pitchFamily="34" charset="0"/>
              <a:cs typeface="Arial" panose="020B0604020202020204" pitchFamily="34" charset="0"/>
            </a:rPr>
            <a:t>program later and continue.</a:t>
          </a:r>
          <a:endParaRPr lang="en-US" sz="1800" b="1" kern="1200" dirty="0">
            <a:latin typeface="Arial" panose="020B0604020202020204" pitchFamily="34" charset="0"/>
            <a:cs typeface="Arial" panose="020B0604020202020204" pitchFamily="34" charset="0"/>
          </a:endParaRPr>
        </a:p>
        <a:p>
          <a:pPr marL="285750" lvl="1" indent="-285750" algn="l" defTabSz="1600200">
            <a:lnSpc>
              <a:spcPct val="90000"/>
            </a:lnSpc>
            <a:spcBef>
              <a:spcPct val="0"/>
            </a:spcBef>
            <a:spcAft>
              <a:spcPct val="15000"/>
            </a:spcAft>
            <a:buNone/>
          </a:pPr>
          <a:endParaRPr lang="en-US" sz="3600" kern="1200" dirty="0">
            <a:latin typeface="Arial" panose="020B0604020202020204" pitchFamily="34" charset="0"/>
            <a:cs typeface="Arial" panose="020B0604020202020204" pitchFamily="34" charset="0"/>
          </a:endParaRPr>
        </a:p>
      </dsp:txBody>
      <dsp:txXfrm>
        <a:off x="0" y="375074"/>
        <a:ext cx="10048577" cy="154247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CD063E-1C73-4842-A98E-993B2488A34A}">
      <dsp:nvSpPr>
        <dsp:cNvPr id="0" name=""/>
        <dsp:cNvSpPr/>
      </dsp:nvSpPr>
      <dsp:spPr>
        <a:xfrm>
          <a:off x="0" y="17027"/>
          <a:ext cx="10058399" cy="710459"/>
        </a:xfrm>
        <a:prstGeom prst="rect">
          <a:avLst/>
        </a:prstGeom>
        <a:solidFill>
          <a:schemeClr val="accent4"/>
        </a:solidFill>
        <a:ln w="9525" cap="flat" cmpd="sng" algn="ctr">
          <a:solidFill>
            <a:schemeClr val="accent4">
              <a:shade val="50000"/>
              <a:hueOff val="0"/>
              <a:satOff val="0"/>
              <a:lumOff val="0"/>
              <a:alphaOff val="0"/>
            </a:schemeClr>
          </a:solidFill>
          <a:prstDash val="solid"/>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b="1" kern="1200" baseline="0"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2.7 Load Seating Arrangements (choice 6)</a:t>
          </a:r>
          <a:endParaRPr lang="en-US" sz="3200" b="1" kern="1200"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dsp:txBody>
      <dsp:txXfrm>
        <a:off x="0" y="17027"/>
        <a:ext cx="10058399" cy="710459"/>
      </dsp:txXfrm>
    </dsp:sp>
    <dsp:sp modelId="{95EA857C-57A3-4BDE-A417-6099087E08BE}">
      <dsp:nvSpPr>
        <dsp:cNvPr id="0" name=""/>
        <dsp:cNvSpPr/>
      </dsp:nvSpPr>
      <dsp:spPr>
        <a:xfrm>
          <a:off x="0" y="727487"/>
          <a:ext cx="10058399" cy="769972"/>
        </a:xfrm>
        <a:prstGeom prst="rect">
          <a:avLst/>
        </a:prstGeom>
        <a:solidFill>
          <a:schemeClr val="accent4">
            <a:alpha val="90000"/>
            <a:tint val="55000"/>
            <a:hueOff val="0"/>
            <a:satOff val="0"/>
            <a:lumOff val="0"/>
            <a:alphaOff val="0"/>
          </a:schemeClr>
        </a:solidFill>
        <a:ln w="9525" cap="flat" cmpd="sng" algn="ctr">
          <a:solidFill>
            <a:schemeClr val="accent4">
              <a:alpha val="90000"/>
              <a:tint val="55000"/>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None/>
          </a:pPr>
          <a:r>
            <a:rPr lang="en-US" sz="1800" b="1" kern="1200" dirty="0">
              <a:latin typeface="Arial" panose="020B0604020202020204" pitchFamily="34" charset="0"/>
              <a:cs typeface="Arial" panose="020B0604020202020204" pitchFamily="34" charset="0"/>
            </a:rPr>
            <a:t>Description:</a:t>
          </a:r>
        </a:p>
        <a:p>
          <a:pPr marL="171450" lvl="1" indent="-171450" algn="l" defTabSz="800100">
            <a:lnSpc>
              <a:spcPct val="90000"/>
            </a:lnSpc>
            <a:spcBef>
              <a:spcPct val="0"/>
            </a:spcBef>
            <a:spcAft>
              <a:spcPct val="15000"/>
            </a:spcAft>
            <a:buNone/>
          </a:pPr>
          <a:r>
            <a:rPr lang="en-US" sz="1800" b="0" kern="1200" dirty="0">
              <a:latin typeface="Arial" panose="020B0604020202020204" pitchFamily="34" charset="0"/>
              <a:cs typeface="Arial" panose="020B0604020202020204" pitchFamily="34" charset="0"/>
            </a:rPr>
            <a:t>This option lets the user to open a previously saved program.</a:t>
          </a:r>
        </a:p>
      </dsp:txBody>
      <dsp:txXfrm>
        <a:off x="0" y="727487"/>
        <a:ext cx="10058399" cy="76997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38D70D-5890-4A1E-9831-6BEBBEE8E27E}">
      <dsp:nvSpPr>
        <dsp:cNvPr id="0" name=""/>
        <dsp:cNvSpPr/>
      </dsp:nvSpPr>
      <dsp:spPr>
        <a:xfrm>
          <a:off x="0" y="305"/>
          <a:ext cx="10058399" cy="711630"/>
        </a:xfrm>
        <a:prstGeom prst="rect">
          <a:avLst/>
        </a:prstGeom>
        <a:solidFill>
          <a:schemeClr val="accent4"/>
        </a:solidFill>
        <a:ln w="15875" cap="flat" cmpd="sng" algn="ctr">
          <a:solidFill>
            <a:schemeClr val="accent4">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b="1" kern="1200" baseline="0"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2.8 Exit (choice 6)</a:t>
          </a:r>
          <a:endParaRPr lang="en-US" sz="3200" b="1" kern="1200" dirty="0">
            <a:solidFill>
              <a:schemeClr val="bg2">
                <a:lumMod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dsp:txBody>
      <dsp:txXfrm>
        <a:off x="0" y="305"/>
        <a:ext cx="10058399" cy="711630"/>
      </dsp:txXfrm>
    </dsp:sp>
    <dsp:sp modelId="{07097741-2A1B-4D55-B245-52B12DB9A6B9}">
      <dsp:nvSpPr>
        <dsp:cNvPr id="0" name=""/>
        <dsp:cNvSpPr/>
      </dsp:nvSpPr>
      <dsp:spPr>
        <a:xfrm>
          <a:off x="0" y="711935"/>
          <a:ext cx="10058399" cy="922320"/>
        </a:xfrm>
        <a:prstGeom prst="rect">
          <a:avLst/>
        </a:prstGeom>
        <a:solidFill>
          <a:schemeClr val="accent4">
            <a:alpha val="90000"/>
            <a:tint val="55000"/>
            <a:hueOff val="0"/>
            <a:satOff val="0"/>
            <a:lumOff val="0"/>
            <a:alphaOff val="0"/>
          </a:schemeClr>
        </a:solidFill>
        <a:ln w="15875" cap="flat" cmpd="sng" algn="ctr">
          <a:solidFill>
            <a:schemeClr val="accent4">
              <a:alpha val="90000"/>
              <a:tint val="55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None/>
          </a:pPr>
          <a:r>
            <a:rPr lang="en-US" sz="1800" b="1" kern="1200" dirty="0">
              <a:latin typeface="Arial" panose="020B0604020202020204" pitchFamily="34" charset="0"/>
              <a:cs typeface="Arial" panose="020B0604020202020204" pitchFamily="34" charset="0"/>
            </a:rPr>
            <a:t>Description:</a:t>
          </a:r>
        </a:p>
        <a:p>
          <a:pPr marL="171450" lvl="1" indent="-171450" algn="l" defTabSz="800100">
            <a:lnSpc>
              <a:spcPct val="90000"/>
            </a:lnSpc>
            <a:spcBef>
              <a:spcPct val="0"/>
            </a:spcBef>
            <a:spcAft>
              <a:spcPct val="15000"/>
            </a:spcAft>
            <a:buNone/>
          </a:pPr>
          <a:r>
            <a:rPr lang="en-US" sz="1800" kern="1200" dirty="0">
              <a:latin typeface="Arial" panose="020B0604020202020204" pitchFamily="34" charset="0"/>
              <a:cs typeface="Arial" panose="020B0604020202020204" pitchFamily="34" charset="0"/>
            </a:rPr>
            <a:t>This option ends the program with a thank you message.</a:t>
          </a:r>
        </a:p>
      </dsp:txBody>
      <dsp:txXfrm>
        <a:off x="0" y="711935"/>
        <a:ext cx="10058399" cy="92232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A4A906-6CC8-4074-80C0-DE153C66A324}">
      <dsp:nvSpPr>
        <dsp:cNvPr id="0" name=""/>
        <dsp:cNvSpPr/>
      </dsp:nvSpPr>
      <dsp:spPr>
        <a:xfrm>
          <a:off x="0" y="44188"/>
          <a:ext cx="10217265" cy="1216800"/>
        </a:xfrm>
        <a:prstGeom prst="roundRect">
          <a:avLst/>
        </a:prstGeom>
        <a:solidFill>
          <a:schemeClr val="accent4"/>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1" kern="1200" baseline="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3. Conclusion</a:t>
          </a:r>
          <a:endParaRPr lang="en-US" sz="3200" b="1" kern="12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dsp:txBody>
      <dsp:txXfrm>
        <a:off x="59399" y="103587"/>
        <a:ext cx="10098467" cy="109800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1160EA64-D806-43AC-9DF2-F8C432F32B4C}" type="datetimeFigureOut">
              <a:rPr lang="en-US" smtClean="0"/>
              <a:t>03-Sep-25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710409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70A7B3-6521-4DCA-87E5-044747A908C1}" type="datetimeFigureOut">
              <a:rPr lang="en-US" smtClean="0"/>
              <a:t>03-Sep-25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4249351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03-Sep-25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990334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134690-1557-4C89-A502-4959FE7FAD70}" type="datetimeFigureOut">
              <a:rPr lang="en-US" smtClean="0"/>
              <a:t>03-Sep-25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692286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smtClean="0"/>
              <a:t>03-Sep-25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44193153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smtClean="0"/>
              <a:t>03-Sep-25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190626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smtClean="0"/>
              <a:t>03-Sep-25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32173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BE4249-C0D0-4B06-8692-E8BB871AF643}" type="datetimeFigureOut">
              <a:rPr lang="en-US" smtClean="0"/>
              <a:t>03-Sep-25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131931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2B0DB6-F5C7-45FB-8CF3-31B45F9C2DAC}" type="datetimeFigureOut">
              <a:rPr lang="en-US" smtClean="0"/>
              <a:t>03-Sep-25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456903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03-Sep-25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9639949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03-Sep-25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412454885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03-Sep-25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pPr/>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9788735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03-Sep-25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08426804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160EA64-D806-43AC-9DF2-F8C432F32B4C}" type="datetimeFigureOut">
              <a:rPr lang="en-US" smtClean="0"/>
              <a:t>03-Sep-25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421957070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160EA64-D806-43AC-9DF2-F8C432F32B4C}" type="datetimeFigureOut">
              <a:rPr lang="en-US" smtClean="0"/>
              <a:t>03-Sep-25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984080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smtClean="0"/>
              <a:t>03-Sep-25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6430413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smtClean="0"/>
              <a:t>03-Sep-25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589941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160EA64-D806-43AC-9DF2-F8C432F32B4C}" type="datetimeFigureOut">
              <a:rPr lang="en-US" smtClean="0"/>
              <a:t>03-Sep-25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492810931"/>
      </p:ext>
    </p:extLst>
  </p:cSld>
  <p:clrMap bg1="dk1" tx1="lt1" bg2="dk2" tx2="lt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 id="2147483796" r:id="rId16"/>
    <p:sldLayoutId id="2147483797"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5.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6.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7.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8.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9.pn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10.pn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0.xml"/><Relationship Id="rId7" Type="http://schemas.openxmlformats.org/officeDocument/2006/relationships/image" Target="../media/image11.png"/><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E7C9E4AA-A9F6-4D51-BF32-6478280D9B27}"/>
              </a:ext>
            </a:extLst>
          </p:cNvPr>
          <p:cNvGraphicFramePr/>
          <p:nvPr>
            <p:extLst>
              <p:ext uri="{D42A27DB-BD31-4B8C-83A1-F6EECF244321}">
                <p14:modId xmlns:p14="http://schemas.microsoft.com/office/powerpoint/2010/main" val="1858353699"/>
              </p:ext>
            </p:extLst>
          </p:nvPr>
        </p:nvGraphicFramePr>
        <p:xfrm>
          <a:off x="3685309" y="1514764"/>
          <a:ext cx="4786567" cy="25726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2.png" descr="Image result for east west university">
            <a:extLst>
              <a:ext uri="{FF2B5EF4-FFF2-40B4-BE49-F238E27FC236}">
                <a16:creationId xmlns:a16="http://schemas.microsoft.com/office/drawing/2014/main" id="{52FC15B4-8368-4371-89A4-D22B8AB072EE}"/>
              </a:ext>
            </a:extLst>
          </p:cNvPr>
          <p:cNvPicPr/>
          <p:nvPr/>
        </p:nvPicPr>
        <p:blipFill>
          <a:blip r:embed="rId7"/>
          <a:srcRect/>
          <a:stretch>
            <a:fillRect/>
          </a:stretch>
        </p:blipFill>
        <p:spPr>
          <a:xfrm>
            <a:off x="3010201" y="198171"/>
            <a:ext cx="6005342" cy="1316593"/>
          </a:xfrm>
          <a:prstGeom prst="rect">
            <a:avLst/>
          </a:prstGeom>
          <a:ln/>
        </p:spPr>
      </p:pic>
      <p:sp>
        <p:nvSpPr>
          <p:cNvPr id="8" name="TextBox 7">
            <a:extLst>
              <a:ext uri="{FF2B5EF4-FFF2-40B4-BE49-F238E27FC236}">
                <a16:creationId xmlns:a16="http://schemas.microsoft.com/office/drawing/2014/main" id="{6E24B9BF-E1B5-4EEF-8917-6FAE38A94963}"/>
              </a:ext>
            </a:extLst>
          </p:cNvPr>
          <p:cNvSpPr txBox="1"/>
          <p:nvPr/>
        </p:nvSpPr>
        <p:spPr>
          <a:xfrm>
            <a:off x="1774622" y="3845619"/>
            <a:ext cx="9869805" cy="830997"/>
          </a:xfrm>
          <a:prstGeom prst="rect">
            <a:avLst/>
          </a:prstGeom>
          <a:noFill/>
        </p:spPr>
        <p:txBody>
          <a:bodyPr wrap="square" rtlCol="0">
            <a:spAutoFit/>
          </a:bodyPr>
          <a:lstStyle/>
          <a:p>
            <a:r>
              <a:rPr lang="en-US" sz="2000" b="1" dirty="0">
                <a:solidFill>
                  <a:schemeClr val="bg1">
                    <a:lumMod val="95000"/>
                    <a:lumOff val="5000"/>
                  </a:schemeClr>
                </a:solidFill>
                <a:latin typeface="Arial" panose="020B0604020202020204" pitchFamily="34" charset="0"/>
                <a:cs typeface="Arial" panose="020B0604020202020204" pitchFamily="34" charset="0"/>
              </a:rPr>
              <a:t>Submitted by:</a:t>
            </a:r>
            <a:endParaRPr lang="en-US" sz="20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AC74BC27-8573-0A01-74AF-5F8D5FC82003}"/>
              </a:ext>
            </a:extLst>
          </p:cNvPr>
          <p:cNvGraphicFramePr>
            <a:graphicFrameLocks noGrp="1"/>
          </p:cNvGraphicFramePr>
          <p:nvPr>
            <p:extLst>
              <p:ext uri="{D42A27DB-BD31-4B8C-83A1-F6EECF244321}">
                <p14:modId xmlns:p14="http://schemas.microsoft.com/office/powerpoint/2010/main" val="2287908477"/>
              </p:ext>
            </p:extLst>
          </p:nvPr>
        </p:nvGraphicFramePr>
        <p:xfrm>
          <a:off x="2032000" y="4434789"/>
          <a:ext cx="8127999" cy="2225040"/>
        </p:xfrm>
        <a:graphic>
          <a:graphicData uri="http://schemas.openxmlformats.org/drawingml/2006/table">
            <a:tbl>
              <a:tblPr firstRow="1" bandRow="1">
                <a:tableStyleId>{775DCB02-9BB8-47FD-8907-85C794F793BA}</a:tableStyleId>
              </a:tblPr>
              <a:tblGrid>
                <a:gridCol w="2035033">
                  <a:extLst>
                    <a:ext uri="{9D8B030D-6E8A-4147-A177-3AD203B41FA5}">
                      <a16:colId xmlns:a16="http://schemas.microsoft.com/office/drawing/2014/main" val="2622791894"/>
                    </a:ext>
                  </a:extLst>
                </a:gridCol>
                <a:gridCol w="3534770">
                  <a:extLst>
                    <a:ext uri="{9D8B030D-6E8A-4147-A177-3AD203B41FA5}">
                      <a16:colId xmlns:a16="http://schemas.microsoft.com/office/drawing/2014/main" val="3378369627"/>
                    </a:ext>
                  </a:extLst>
                </a:gridCol>
                <a:gridCol w="2558196">
                  <a:extLst>
                    <a:ext uri="{9D8B030D-6E8A-4147-A177-3AD203B41FA5}">
                      <a16:colId xmlns:a16="http://schemas.microsoft.com/office/drawing/2014/main" val="361147655"/>
                    </a:ext>
                  </a:extLst>
                </a:gridCol>
              </a:tblGrid>
              <a:tr h="370840">
                <a:tc>
                  <a:txBody>
                    <a:bodyPr/>
                    <a:lstStyle/>
                    <a:p>
                      <a:pPr algn="ctr"/>
                      <a:r>
                        <a:rPr lang="en-US" b="1"/>
                        <a:t>Sl No.</a:t>
                      </a:r>
                      <a:endParaRPr lang="en-US" b="1" dirty="0"/>
                    </a:p>
                  </a:txBody>
                  <a:tcPr/>
                </a:tc>
                <a:tc>
                  <a:txBody>
                    <a:bodyPr/>
                    <a:lstStyle/>
                    <a:p>
                      <a:pPr algn="ctr"/>
                      <a:r>
                        <a:rPr lang="en-US" b="1"/>
                        <a:t>Name</a:t>
                      </a:r>
                      <a:endParaRPr lang="en-US" b="1" dirty="0"/>
                    </a:p>
                  </a:txBody>
                  <a:tcPr/>
                </a:tc>
                <a:tc>
                  <a:txBody>
                    <a:bodyPr/>
                    <a:lstStyle/>
                    <a:p>
                      <a:pPr algn="ctr"/>
                      <a:r>
                        <a:rPr lang="en-US" b="1"/>
                        <a:t>ID</a:t>
                      </a:r>
                      <a:endParaRPr lang="en-US" b="1" dirty="0"/>
                    </a:p>
                  </a:txBody>
                  <a:tcPr/>
                </a:tc>
                <a:extLst>
                  <a:ext uri="{0D108BD9-81ED-4DB2-BD59-A6C34878D82A}">
                    <a16:rowId xmlns:a16="http://schemas.microsoft.com/office/drawing/2014/main" val="818872836"/>
                  </a:ext>
                </a:extLst>
              </a:tr>
              <a:tr h="370840">
                <a:tc>
                  <a:txBody>
                    <a:bodyPr/>
                    <a:lstStyle/>
                    <a:p>
                      <a:pPr algn="ctr"/>
                      <a:r>
                        <a:rPr lang="en-US" b="1"/>
                        <a:t>1</a:t>
                      </a:r>
                      <a:endParaRPr lang="en-US" b="1" dirty="0"/>
                    </a:p>
                  </a:txBody>
                  <a:tcPr/>
                </a:tc>
                <a:tc>
                  <a:txBody>
                    <a:bodyPr/>
                    <a:lstStyle/>
                    <a:p>
                      <a:pPr algn="ctr"/>
                      <a:r>
                        <a:rPr lang="en-US" sz="1800" b="1" dirty="0">
                          <a:solidFill>
                            <a:schemeClr val="bg1">
                              <a:lumMod val="95000"/>
                              <a:lumOff val="5000"/>
                            </a:schemeClr>
                          </a:solidFill>
                          <a:latin typeface="Times New Roman" panose="02020603050405020304" pitchFamily="18" charset="0"/>
                          <a:cs typeface="Times New Roman" panose="02020603050405020304" pitchFamily="18" charset="0"/>
                        </a:rPr>
                        <a:t>MD. </a:t>
                      </a:r>
                      <a:r>
                        <a:rPr lang="en-US" sz="1800" b="1">
                          <a:solidFill>
                            <a:schemeClr val="bg1">
                              <a:lumMod val="95000"/>
                              <a:lumOff val="5000"/>
                            </a:schemeClr>
                          </a:solidFill>
                          <a:latin typeface="Times New Roman" panose="02020603050405020304" pitchFamily="18" charset="0"/>
                          <a:cs typeface="Times New Roman" panose="02020603050405020304" pitchFamily="18" charset="0"/>
                        </a:rPr>
                        <a:t>Rakib Hassan Pial </a:t>
                      </a:r>
                      <a:endParaRPr lang="en-US" b="1" dirty="0"/>
                    </a:p>
                  </a:txBody>
                  <a:tcPr/>
                </a:tc>
                <a:tc>
                  <a:txBody>
                    <a:bodyPr/>
                    <a:lstStyle/>
                    <a:p>
                      <a:pPr algn="ctr"/>
                      <a:r>
                        <a:rPr lang="en-US" sz="1800" b="1">
                          <a:solidFill>
                            <a:schemeClr val="bg1">
                              <a:lumMod val="95000"/>
                              <a:lumOff val="5000"/>
                            </a:schemeClr>
                          </a:solidFill>
                          <a:latin typeface="Times New Roman" panose="02020603050405020304" pitchFamily="18" charset="0"/>
                          <a:cs typeface="Times New Roman" panose="02020603050405020304" pitchFamily="18" charset="0"/>
                        </a:rPr>
                        <a:t>2025-2-60-064</a:t>
                      </a:r>
                      <a:endParaRPr lang="en-US" b="1" dirty="0"/>
                    </a:p>
                  </a:txBody>
                  <a:tcPr/>
                </a:tc>
                <a:extLst>
                  <a:ext uri="{0D108BD9-81ED-4DB2-BD59-A6C34878D82A}">
                    <a16:rowId xmlns:a16="http://schemas.microsoft.com/office/drawing/2014/main" val="764043171"/>
                  </a:ext>
                </a:extLst>
              </a:tr>
              <a:tr h="370840">
                <a:tc>
                  <a:txBody>
                    <a:bodyPr/>
                    <a:lstStyle/>
                    <a:p>
                      <a:pPr algn="ctr"/>
                      <a:r>
                        <a:rPr lang="en-US" b="1"/>
                        <a:t>2</a:t>
                      </a:r>
                      <a:endParaRPr lang="en-US" b="1" dirty="0"/>
                    </a:p>
                  </a:txBody>
                  <a:tcPr/>
                </a:tc>
                <a:tc>
                  <a:txBody>
                    <a:bodyPr/>
                    <a:lstStyle/>
                    <a:p>
                      <a:pPr algn="ctr"/>
                      <a:r>
                        <a:rPr lang="en-US" sz="1800" b="1" dirty="0">
                          <a:solidFill>
                            <a:schemeClr val="bg1">
                              <a:lumMod val="95000"/>
                              <a:lumOff val="5000"/>
                            </a:schemeClr>
                          </a:solidFill>
                          <a:latin typeface="Times New Roman" panose="02020603050405020304" pitchFamily="18" charset="0"/>
                          <a:cs typeface="Times New Roman" panose="02020603050405020304" pitchFamily="18" charset="0"/>
                        </a:rPr>
                        <a:t>Hamim Khan </a:t>
                      </a:r>
                      <a:endParaRPr lang="en-US" b="1" dirty="0"/>
                    </a:p>
                  </a:txBody>
                  <a:tcPr/>
                </a:tc>
                <a:tc>
                  <a:txBody>
                    <a:bodyPr/>
                    <a:lstStyle/>
                    <a:p>
                      <a:pPr algn="ctr"/>
                      <a:r>
                        <a:rPr lang="en-US" sz="1800" b="1">
                          <a:solidFill>
                            <a:schemeClr val="bg1">
                              <a:lumMod val="95000"/>
                              <a:lumOff val="5000"/>
                            </a:schemeClr>
                          </a:solidFill>
                          <a:latin typeface="Times New Roman" panose="02020603050405020304" pitchFamily="18" charset="0"/>
                          <a:cs typeface="Times New Roman" panose="02020603050405020304" pitchFamily="18" charset="0"/>
                        </a:rPr>
                        <a:t>2025-2-60-065</a:t>
                      </a:r>
                      <a:endParaRPr lang="en-US" b="1" dirty="0"/>
                    </a:p>
                  </a:txBody>
                  <a:tcPr/>
                </a:tc>
                <a:extLst>
                  <a:ext uri="{0D108BD9-81ED-4DB2-BD59-A6C34878D82A}">
                    <a16:rowId xmlns:a16="http://schemas.microsoft.com/office/drawing/2014/main" val="2993413705"/>
                  </a:ext>
                </a:extLst>
              </a:tr>
              <a:tr h="370840">
                <a:tc>
                  <a:txBody>
                    <a:bodyPr/>
                    <a:lstStyle/>
                    <a:p>
                      <a:pPr algn="ctr"/>
                      <a:r>
                        <a:rPr lang="en-US" b="1"/>
                        <a:t>3</a:t>
                      </a:r>
                      <a:endParaRPr lang="en-US" b="1" dirty="0"/>
                    </a:p>
                  </a:txBody>
                  <a:tcPr/>
                </a:tc>
                <a:tc>
                  <a:txBody>
                    <a:bodyPr/>
                    <a:lstStyle/>
                    <a:p>
                      <a:pPr algn="ctr"/>
                      <a:r>
                        <a:rPr lang="en-US" sz="1800" b="1">
                          <a:solidFill>
                            <a:schemeClr val="bg1">
                              <a:lumMod val="95000"/>
                              <a:lumOff val="5000"/>
                            </a:schemeClr>
                          </a:solidFill>
                          <a:latin typeface="Times New Roman" panose="02020603050405020304" pitchFamily="18" charset="0"/>
                          <a:cs typeface="Times New Roman" panose="02020603050405020304" pitchFamily="18" charset="0"/>
                        </a:rPr>
                        <a:t>Syeda Shazia Binte Alam </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a:solidFill>
                            <a:schemeClr val="bg1">
                              <a:lumMod val="95000"/>
                              <a:lumOff val="5000"/>
                            </a:schemeClr>
                          </a:solidFill>
                          <a:latin typeface="Times New Roman" panose="02020603050405020304" pitchFamily="18" charset="0"/>
                          <a:cs typeface="Times New Roman" panose="02020603050405020304" pitchFamily="18" charset="0"/>
                        </a:rPr>
                        <a:t>2025-2-60-066</a:t>
                      </a:r>
                      <a:endParaRPr lang="en-US" b="1" dirty="0"/>
                    </a:p>
                  </a:txBody>
                  <a:tcPr/>
                </a:tc>
                <a:extLst>
                  <a:ext uri="{0D108BD9-81ED-4DB2-BD59-A6C34878D82A}">
                    <a16:rowId xmlns:a16="http://schemas.microsoft.com/office/drawing/2014/main" val="3279185751"/>
                  </a:ext>
                </a:extLst>
              </a:tr>
              <a:tr h="370840">
                <a:tc>
                  <a:txBody>
                    <a:bodyPr/>
                    <a:lstStyle/>
                    <a:p>
                      <a:pPr algn="ctr"/>
                      <a:r>
                        <a:rPr lang="en-US" b="1"/>
                        <a:t>4</a:t>
                      </a:r>
                      <a:endParaRPr lang="en-US" b="1" dirty="0"/>
                    </a:p>
                  </a:txBody>
                  <a:tcPr/>
                </a:tc>
                <a:tc>
                  <a:txBody>
                    <a:bodyPr/>
                    <a:lstStyle/>
                    <a:p>
                      <a:pPr algn="ctr"/>
                      <a:r>
                        <a:rPr lang="en-US" sz="1800" b="1">
                          <a:solidFill>
                            <a:schemeClr val="bg1">
                              <a:lumMod val="95000"/>
                              <a:lumOff val="5000"/>
                            </a:schemeClr>
                          </a:solidFill>
                          <a:latin typeface="Times New Roman" panose="02020603050405020304" pitchFamily="18" charset="0"/>
                          <a:cs typeface="Times New Roman" panose="02020603050405020304" pitchFamily="18" charset="0"/>
                        </a:rPr>
                        <a:t>Irshia Haque </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bg1">
                              <a:lumMod val="95000"/>
                              <a:lumOff val="5000"/>
                            </a:schemeClr>
                          </a:solidFill>
                          <a:latin typeface="Times New Roman" panose="02020603050405020304" pitchFamily="18" charset="0"/>
                          <a:cs typeface="Times New Roman" panose="02020603050405020304" pitchFamily="18" charset="0"/>
                        </a:rPr>
                        <a:t>2025-2-60-067</a:t>
                      </a:r>
                      <a:endParaRPr lang="en-US" b="1" dirty="0"/>
                    </a:p>
                  </a:txBody>
                  <a:tcPr/>
                </a:tc>
                <a:extLst>
                  <a:ext uri="{0D108BD9-81ED-4DB2-BD59-A6C34878D82A}">
                    <a16:rowId xmlns:a16="http://schemas.microsoft.com/office/drawing/2014/main" val="3041982339"/>
                  </a:ext>
                </a:extLst>
              </a:tr>
              <a:tr h="370840">
                <a:tc>
                  <a:txBody>
                    <a:bodyPr/>
                    <a:lstStyle/>
                    <a:p>
                      <a:pPr algn="ctr"/>
                      <a:r>
                        <a:rPr lang="en-US" b="1"/>
                        <a:t>5</a:t>
                      </a:r>
                      <a:endParaRPr lang="en-US" b="1" dirty="0"/>
                    </a:p>
                  </a:txBody>
                  <a:tcPr/>
                </a:tc>
                <a:tc>
                  <a:txBody>
                    <a:bodyPr/>
                    <a:lstStyle/>
                    <a:p>
                      <a:pPr algn="ctr"/>
                      <a:r>
                        <a:rPr lang="en-US" sz="1800" b="1">
                          <a:solidFill>
                            <a:schemeClr val="bg1">
                              <a:lumMod val="95000"/>
                              <a:lumOff val="5000"/>
                            </a:schemeClr>
                          </a:solidFill>
                          <a:latin typeface="Times New Roman" panose="02020603050405020304" pitchFamily="18" charset="0"/>
                          <a:cs typeface="Times New Roman" panose="02020603050405020304" pitchFamily="18" charset="0"/>
                        </a:rPr>
                        <a:t>Nabil Arefin </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bg1">
                              <a:lumMod val="95000"/>
                              <a:lumOff val="5000"/>
                            </a:schemeClr>
                          </a:solidFill>
                          <a:latin typeface="Times New Roman" panose="02020603050405020304" pitchFamily="18" charset="0"/>
                          <a:cs typeface="Times New Roman" panose="02020603050405020304" pitchFamily="18" charset="0"/>
                        </a:rPr>
                        <a:t>2025-2-60-069</a:t>
                      </a:r>
                      <a:endParaRPr lang="en-US" b="1" dirty="0"/>
                    </a:p>
                  </a:txBody>
                  <a:tcPr/>
                </a:tc>
                <a:extLst>
                  <a:ext uri="{0D108BD9-81ED-4DB2-BD59-A6C34878D82A}">
                    <a16:rowId xmlns:a16="http://schemas.microsoft.com/office/drawing/2014/main" val="448314120"/>
                  </a:ext>
                </a:extLst>
              </a:tr>
            </a:tbl>
          </a:graphicData>
        </a:graphic>
      </p:graphicFrame>
    </p:spTree>
    <p:extLst>
      <p:ext uri="{BB962C8B-B14F-4D97-AF65-F5344CB8AC3E}">
        <p14:creationId xmlns:p14="http://schemas.microsoft.com/office/powerpoint/2010/main" val="193175795"/>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Diagram 14">
            <a:extLst>
              <a:ext uri="{FF2B5EF4-FFF2-40B4-BE49-F238E27FC236}">
                <a16:creationId xmlns:a16="http://schemas.microsoft.com/office/drawing/2014/main" id="{C1AE720F-3323-4CFA-BCB4-EF7FFF25A4DE}"/>
              </a:ext>
            </a:extLst>
          </p:cNvPr>
          <p:cNvGraphicFramePr/>
          <p:nvPr>
            <p:extLst>
              <p:ext uri="{D42A27DB-BD31-4B8C-83A1-F6EECF244321}">
                <p14:modId xmlns:p14="http://schemas.microsoft.com/office/powerpoint/2010/main" val="3006088100"/>
              </p:ext>
            </p:extLst>
          </p:nvPr>
        </p:nvGraphicFramePr>
        <p:xfrm>
          <a:off x="1097280" y="286603"/>
          <a:ext cx="10058400" cy="9787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4" name="Content Placeholder 13">
            <a:extLst>
              <a:ext uri="{FF2B5EF4-FFF2-40B4-BE49-F238E27FC236}">
                <a16:creationId xmlns:a16="http://schemas.microsoft.com/office/drawing/2014/main" id="{3AC1B923-0E1D-47F5-B7DE-745147D7E043}"/>
              </a:ext>
            </a:extLst>
          </p:cNvPr>
          <p:cNvGraphicFramePr>
            <a:graphicFrameLocks noGrp="1"/>
          </p:cNvGraphicFramePr>
          <p:nvPr>
            <p:ph idx="1"/>
            <p:extLst>
              <p:ext uri="{D42A27DB-BD31-4B8C-83A1-F6EECF244321}">
                <p14:modId xmlns:p14="http://schemas.microsoft.com/office/powerpoint/2010/main" val="3416570227"/>
              </p:ext>
            </p:extLst>
          </p:nvPr>
        </p:nvGraphicFramePr>
        <p:xfrm>
          <a:off x="1096112" y="1930399"/>
          <a:ext cx="10058400" cy="389987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7" name="Rectangle 5">
            <a:extLst>
              <a:ext uri="{FF2B5EF4-FFF2-40B4-BE49-F238E27FC236}">
                <a16:creationId xmlns:a16="http://schemas.microsoft.com/office/drawing/2014/main" id="{14BC7FE3-754C-4A34-A862-2BD4DDFC7876}"/>
              </a:ext>
            </a:extLst>
          </p:cNvPr>
          <p:cNvSpPr>
            <a:spLocks noChangeArrowheads="1"/>
          </p:cNvSpPr>
          <p:nvPr/>
        </p:nvSpPr>
        <p:spPr bwMode="auto">
          <a:xfrm rot="6656899">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Subtitle 5">
            <a:extLst>
              <a:ext uri="{FF2B5EF4-FFF2-40B4-BE49-F238E27FC236}">
                <a16:creationId xmlns:a16="http://schemas.microsoft.com/office/drawing/2014/main" id="{D3B4A04A-3462-4A5A-B0BA-FDCEDCF74E67}"/>
              </a:ext>
            </a:extLst>
          </p:cNvPr>
          <p:cNvSpPr>
            <a:spLocks noGrp="1"/>
          </p:cNvSpPr>
          <p:nvPr/>
        </p:nvSpPr>
        <p:spPr>
          <a:xfrm rot="6656899">
            <a:off x="914400" y="1381125"/>
            <a:ext cx="118745" cy="216535"/>
          </a:xfrm>
          <a:prstGeom prst="rect">
            <a:avLst/>
          </a:prstGeom>
        </p:spPr>
        <p:txBody>
          <a:bodyPr vert="horz" lIns="91440" tIns="45720" rIns="91440" bIns="45720" rtlCol="0">
            <a:normAutofit fontScale="55000" lnSpcReduction="20000"/>
          </a:bodyPr>
          <a:lstStyle/>
          <a:p>
            <a:endParaRPr lang="en-US"/>
          </a:p>
        </p:txBody>
      </p:sp>
    </p:spTree>
    <p:extLst>
      <p:ext uri="{BB962C8B-B14F-4D97-AF65-F5344CB8AC3E}">
        <p14:creationId xmlns:p14="http://schemas.microsoft.com/office/powerpoint/2010/main" val="4114608726"/>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09F6EB-0B26-FE51-13E8-8B4CF3D6C783}"/>
              </a:ext>
            </a:extLst>
          </p:cNvPr>
          <p:cNvSpPr>
            <a:spLocks noGrp="1"/>
          </p:cNvSpPr>
          <p:nvPr>
            <p:ph idx="1"/>
          </p:nvPr>
        </p:nvSpPr>
        <p:spPr>
          <a:xfrm>
            <a:off x="1268963" y="1147666"/>
            <a:ext cx="9778448" cy="4699519"/>
          </a:xfrm>
        </p:spPr>
        <p:txBody>
          <a:bodyPr>
            <a:normAutofit fontScale="92500" lnSpcReduction="20000"/>
          </a:bodyPr>
          <a:lstStyle/>
          <a:p>
            <a:pPr marL="0" indent="0">
              <a:buNone/>
            </a:pPr>
            <a:r>
              <a:rPr lang="en-SG" b="1" u="sng" dirty="0">
                <a:solidFill>
                  <a:schemeClr val="bg1"/>
                </a:solidFill>
                <a:latin typeface="Arial" panose="020B0604020202020204" pitchFamily="34" charset="0"/>
                <a:cs typeface="Arial" panose="020B0604020202020204" pitchFamily="34" charset="0"/>
              </a:rPr>
              <a:t>Project Goal</a:t>
            </a:r>
          </a:p>
          <a:p>
            <a:r>
              <a:rPr lang="en-SG" dirty="0">
                <a:solidFill>
                  <a:schemeClr val="bg1"/>
                </a:solidFill>
                <a:latin typeface="Arial" panose="020B0604020202020204" pitchFamily="34" charset="0"/>
                <a:cs typeface="Arial" panose="020B0604020202020204" pitchFamily="34" charset="0"/>
              </a:rPr>
              <a:t>To build a simple C-based system that allows booking and managing seats in a ceremony system.</a:t>
            </a:r>
          </a:p>
          <a:p>
            <a:pPr marL="0" indent="0">
              <a:buNone/>
            </a:pPr>
            <a:endParaRPr lang="en-SG" dirty="0">
              <a:solidFill>
                <a:schemeClr val="bg1"/>
              </a:solidFill>
              <a:latin typeface="Arial" panose="020B0604020202020204" pitchFamily="34" charset="0"/>
              <a:cs typeface="Arial" panose="020B0604020202020204" pitchFamily="34" charset="0"/>
            </a:endParaRPr>
          </a:p>
          <a:p>
            <a:pPr marL="0" indent="0">
              <a:buNone/>
            </a:pPr>
            <a:r>
              <a:rPr lang="en-SG" b="1" u="sng" dirty="0">
                <a:solidFill>
                  <a:schemeClr val="bg1"/>
                </a:solidFill>
                <a:latin typeface="Arial" panose="020B0604020202020204" pitchFamily="34" charset="0"/>
                <a:cs typeface="Arial" panose="020B0604020202020204" pitchFamily="34" charset="0"/>
              </a:rPr>
              <a:t>Key Features</a:t>
            </a:r>
          </a:p>
          <a:p>
            <a:r>
              <a:rPr lang="en-SG" dirty="0">
                <a:solidFill>
                  <a:schemeClr val="bg1"/>
                </a:solidFill>
                <a:latin typeface="Arial" panose="020B0604020202020204" pitchFamily="34" charset="0"/>
                <a:cs typeface="Arial" panose="020B0604020202020204" pitchFamily="34" charset="0"/>
              </a:rPr>
              <a:t>Display seating chart</a:t>
            </a:r>
          </a:p>
          <a:p>
            <a:r>
              <a:rPr lang="en-SG" dirty="0">
                <a:solidFill>
                  <a:schemeClr val="bg1"/>
                </a:solidFill>
                <a:latin typeface="Arial" panose="020B0604020202020204" pitchFamily="34" charset="0"/>
                <a:cs typeface="Arial" panose="020B0604020202020204" pitchFamily="34" charset="0"/>
              </a:rPr>
              <a:t>Book, cancel, and update seats</a:t>
            </a:r>
          </a:p>
          <a:p>
            <a:r>
              <a:rPr lang="en-SG" dirty="0">
                <a:solidFill>
                  <a:schemeClr val="bg1"/>
                </a:solidFill>
                <a:latin typeface="Arial" panose="020B0604020202020204" pitchFamily="34" charset="0"/>
                <a:cs typeface="Arial" panose="020B0604020202020204" pitchFamily="34" charset="0"/>
              </a:rPr>
              <a:t>Save/Load seat data via text file</a:t>
            </a:r>
          </a:p>
          <a:p>
            <a:r>
              <a:rPr lang="en-SG" dirty="0">
                <a:solidFill>
                  <a:schemeClr val="bg1"/>
                </a:solidFill>
                <a:latin typeface="Arial" panose="020B0604020202020204" pitchFamily="34" charset="0"/>
                <a:cs typeface="Arial" panose="020B0604020202020204" pitchFamily="34" charset="0"/>
              </a:rPr>
              <a:t>Error handling &amp; validation</a:t>
            </a:r>
          </a:p>
          <a:p>
            <a:r>
              <a:rPr lang="en-SG" dirty="0">
                <a:solidFill>
                  <a:schemeClr val="bg1"/>
                </a:solidFill>
                <a:latin typeface="Arial" panose="020B0604020202020204" pitchFamily="34" charset="0"/>
                <a:cs typeface="Arial" panose="020B0604020202020204" pitchFamily="34" charset="0"/>
              </a:rPr>
              <a:t>User friendly menu system</a:t>
            </a:r>
          </a:p>
        </p:txBody>
      </p:sp>
      <p:sp>
        <p:nvSpPr>
          <p:cNvPr id="4" name="Rectangle: Rounded Corners 3">
            <a:extLst>
              <a:ext uri="{FF2B5EF4-FFF2-40B4-BE49-F238E27FC236}">
                <a16:creationId xmlns:a16="http://schemas.microsoft.com/office/drawing/2014/main" id="{7E3F48E0-23EF-0FC3-301C-220BF6EB8C18}"/>
              </a:ext>
            </a:extLst>
          </p:cNvPr>
          <p:cNvSpPr/>
          <p:nvPr/>
        </p:nvSpPr>
        <p:spPr>
          <a:xfrm>
            <a:off x="1268962" y="186613"/>
            <a:ext cx="4827037" cy="765110"/>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40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Project Overview</a:t>
            </a:r>
          </a:p>
        </p:txBody>
      </p:sp>
    </p:spTree>
    <p:extLst>
      <p:ext uri="{BB962C8B-B14F-4D97-AF65-F5344CB8AC3E}">
        <p14:creationId xmlns:p14="http://schemas.microsoft.com/office/powerpoint/2010/main" val="2446940850"/>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5874AF5-7BDE-E901-3F6D-76D2E5C11812}"/>
              </a:ext>
            </a:extLst>
          </p:cNvPr>
          <p:cNvSpPr/>
          <p:nvPr/>
        </p:nvSpPr>
        <p:spPr>
          <a:xfrm>
            <a:off x="2668555" y="298580"/>
            <a:ext cx="7476468" cy="1331228"/>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40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Programming Concepts Used</a:t>
            </a:r>
          </a:p>
        </p:txBody>
      </p:sp>
      <p:sp>
        <p:nvSpPr>
          <p:cNvPr id="6" name="Oval 5">
            <a:extLst>
              <a:ext uri="{FF2B5EF4-FFF2-40B4-BE49-F238E27FC236}">
                <a16:creationId xmlns:a16="http://schemas.microsoft.com/office/drawing/2014/main" id="{38407702-C715-7F0C-5C49-63B57E6FDE0F}"/>
              </a:ext>
            </a:extLst>
          </p:cNvPr>
          <p:cNvSpPr/>
          <p:nvPr/>
        </p:nvSpPr>
        <p:spPr>
          <a:xfrm>
            <a:off x="1156996" y="2108718"/>
            <a:ext cx="3184736" cy="1331228"/>
          </a:xfrm>
          <a:prstGeom prst="ellipse">
            <a:avLst/>
          </a:prstGeom>
          <a:solidFill>
            <a:schemeClr val="accent5">
              <a:lumMod val="60000"/>
              <a:lumOff val="40000"/>
            </a:schemeClr>
          </a:solidFill>
          <a:ln>
            <a:solidFill>
              <a:schemeClr val="tx1">
                <a:lumMod val="8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bg1"/>
                </a:solidFill>
                <a:latin typeface="Arial" panose="020B0604020202020204" pitchFamily="34" charset="0"/>
                <a:cs typeface="Arial" panose="020B0604020202020204" pitchFamily="34" charset="0"/>
              </a:rPr>
              <a:t>FUNCTIONS</a:t>
            </a:r>
          </a:p>
        </p:txBody>
      </p:sp>
      <p:sp>
        <p:nvSpPr>
          <p:cNvPr id="8" name="Oval 7">
            <a:extLst>
              <a:ext uri="{FF2B5EF4-FFF2-40B4-BE49-F238E27FC236}">
                <a16:creationId xmlns:a16="http://schemas.microsoft.com/office/drawing/2014/main" id="{BD066BFB-5BED-4027-C0F4-BC58B5EFFB65}"/>
              </a:ext>
            </a:extLst>
          </p:cNvPr>
          <p:cNvSpPr/>
          <p:nvPr/>
        </p:nvSpPr>
        <p:spPr>
          <a:xfrm>
            <a:off x="5047861" y="2108717"/>
            <a:ext cx="2760542" cy="1331228"/>
          </a:xfrm>
          <a:prstGeom prst="ellipse">
            <a:avLst/>
          </a:prstGeom>
          <a:solidFill>
            <a:schemeClr val="accent5">
              <a:lumMod val="60000"/>
              <a:lumOff val="40000"/>
            </a:schemeClr>
          </a:solidFill>
          <a:ln>
            <a:solidFill>
              <a:schemeClr val="tx1">
                <a:lumMod val="8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bg1"/>
                </a:solidFill>
                <a:latin typeface="Arial" panose="020B0604020202020204" pitchFamily="34" charset="0"/>
                <a:cs typeface="Arial" panose="020B0604020202020204" pitchFamily="34" charset="0"/>
              </a:rPr>
              <a:t>2D ARRAYS</a:t>
            </a:r>
          </a:p>
        </p:txBody>
      </p:sp>
      <p:sp>
        <p:nvSpPr>
          <p:cNvPr id="9" name="Oval 8">
            <a:extLst>
              <a:ext uri="{FF2B5EF4-FFF2-40B4-BE49-F238E27FC236}">
                <a16:creationId xmlns:a16="http://schemas.microsoft.com/office/drawing/2014/main" id="{D41CCF68-6F5E-969C-EA41-DCF094F7F132}"/>
              </a:ext>
            </a:extLst>
          </p:cNvPr>
          <p:cNvSpPr/>
          <p:nvPr/>
        </p:nvSpPr>
        <p:spPr>
          <a:xfrm>
            <a:off x="8780106" y="2108717"/>
            <a:ext cx="2760542" cy="1331228"/>
          </a:xfrm>
          <a:prstGeom prst="ellipse">
            <a:avLst/>
          </a:prstGeom>
          <a:solidFill>
            <a:schemeClr val="accent5">
              <a:lumMod val="60000"/>
              <a:lumOff val="40000"/>
            </a:schemeClr>
          </a:solidFill>
          <a:ln>
            <a:solidFill>
              <a:schemeClr val="tx1">
                <a:lumMod val="8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bg1"/>
                </a:solidFill>
                <a:latin typeface="Arial" panose="020B0604020202020204" pitchFamily="34" charset="0"/>
                <a:cs typeface="Arial" panose="020B0604020202020204" pitchFamily="34" charset="0"/>
              </a:rPr>
              <a:t>LOOPS</a:t>
            </a:r>
          </a:p>
        </p:txBody>
      </p:sp>
      <p:sp>
        <p:nvSpPr>
          <p:cNvPr id="10" name="Oval 9">
            <a:extLst>
              <a:ext uri="{FF2B5EF4-FFF2-40B4-BE49-F238E27FC236}">
                <a16:creationId xmlns:a16="http://schemas.microsoft.com/office/drawing/2014/main" id="{97EBB320-24FD-F958-68C6-6C0034506FB2}"/>
              </a:ext>
            </a:extLst>
          </p:cNvPr>
          <p:cNvSpPr/>
          <p:nvPr/>
        </p:nvSpPr>
        <p:spPr>
          <a:xfrm>
            <a:off x="2286000" y="3928185"/>
            <a:ext cx="3555242" cy="1449033"/>
          </a:xfrm>
          <a:prstGeom prst="ellipse">
            <a:avLst/>
          </a:prstGeom>
          <a:solidFill>
            <a:schemeClr val="accent5">
              <a:lumMod val="60000"/>
              <a:lumOff val="40000"/>
            </a:schemeClr>
          </a:solidFill>
          <a:ln>
            <a:solidFill>
              <a:schemeClr val="tx1">
                <a:lumMod val="8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bg1"/>
                </a:solidFill>
                <a:latin typeface="Arial" panose="020B0604020202020204" pitchFamily="34" charset="0"/>
                <a:cs typeface="Arial" panose="020B0604020202020204" pitchFamily="34" charset="0"/>
              </a:rPr>
              <a:t>CONDITIONALS</a:t>
            </a:r>
          </a:p>
        </p:txBody>
      </p:sp>
      <p:sp>
        <p:nvSpPr>
          <p:cNvPr id="11" name="Oval 10">
            <a:extLst>
              <a:ext uri="{FF2B5EF4-FFF2-40B4-BE49-F238E27FC236}">
                <a16:creationId xmlns:a16="http://schemas.microsoft.com/office/drawing/2014/main" id="{2FAA1F1F-62AF-8FDA-BF6F-53B64AF1153A}"/>
              </a:ext>
            </a:extLst>
          </p:cNvPr>
          <p:cNvSpPr/>
          <p:nvPr/>
        </p:nvSpPr>
        <p:spPr>
          <a:xfrm>
            <a:off x="6951306" y="3928185"/>
            <a:ext cx="3210174" cy="1449033"/>
          </a:xfrm>
          <a:prstGeom prst="ellipse">
            <a:avLst/>
          </a:prstGeom>
          <a:solidFill>
            <a:schemeClr val="accent5">
              <a:lumMod val="60000"/>
              <a:lumOff val="40000"/>
            </a:schemeClr>
          </a:solidFill>
          <a:ln>
            <a:solidFill>
              <a:schemeClr val="tx1">
                <a:lumMod val="8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bg1"/>
                </a:solidFill>
                <a:latin typeface="Arial" panose="020B0604020202020204" pitchFamily="34" charset="0"/>
                <a:cs typeface="Arial" panose="020B0604020202020204" pitchFamily="34" charset="0"/>
              </a:rPr>
              <a:t>FILE HANDLING</a:t>
            </a:r>
          </a:p>
        </p:txBody>
      </p:sp>
    </p:spTree>
    <p:extLst>
      <p:ext uri="{BB962C8B-B14F-4D97-AF65-F5344CB8AC3E}">
        <p14:creationId xmlns:p14="http://schemas.microsoft.com/office/powerpoint/2010/main" val="4193359659"/>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21DB26-8081-E114-36FE-C9CF247247F1}"/>
              </a:ext>
            </a:extLst>
          </p:cNvPr>
          <p:cNvSpPr>
            <a:spLocks noGrp="1"/>
          </p:cNvSpPr>
          <p:nvPr>
            <p:ph idx="1"/>
          </p:nvPr>
        </p:nvSpPr>
        <p:spPr>
          <a:xfrm>
            <a:off x="1142999" y="2235200"/>
            <a:ext cx="9905999" cy="3938955"/>
          </a:xfrm>
        </p:spPr>
        <p:txBody>
          <a:bodyPr/>
          <a:lstStyle/>
          <a:p>
            <a:pPr marL="0" indent="0">
              <a:buNone/>
            </a:pPr>
            <a:r>
              <a:rPr lang="en-US" sz="3200" b="1" dirty="0">
                <a:solidFill>
                  <a:schemeClr val="bg1"/>
                </a:solidFill>
                <a:latin typeface="Arial" panose="020B0604020202020204" pitchFamily="34" charset="0"/>
                <a:cs typeface="Arial" panose="020B0604020202020204" pitchFamily="34" charset="0"/>
              </a:rPr>
              <a:t>2.1 Head Message:</a:t>
            </a:r>
          </a:p>
          <a:p>
            <a:pPr marL="0" indent="0">
              <a:buNone/>
            </a:pPr>
            <a:r>
              <a:rPr lang="en-US" sz="2800" b="1" dirty="0">
                <a:solidFill>
                  <a:schemeClr val="bg1"/>
                </a:solidFill>
                <a:latin typeface="Arial" panose="020B0604020202020204" pitchFamily="34" charset="0"/>
                <a:cs typeface="Arial" panose="020B0604020202020204" pitchFamily="34" charset="0"/>
              </a:rPr>
              <a:t>Description:</a:t>
            </a:r>
          </a:p>
          <a:p>
            <a:r>
              <a:rPr lang="en-US" dirty="0">
                <a:solidFill>
                  <a:schemeClr val="bg1"/>
                </a:solidFill>
                <a:latin typeface="Arial" panose="020B0604020202020204" pitchFamily="34" charset="0"/>
                <a:cs typeface="Arial" panose="020B0604020202020204" pitchFamily="34" charset="0"/>
              </a:rPr>
              <a:t>This function displays the header of the program. It shows the title “Ceremony Seat Management System” in a decorative format. It does not take any input and only produces an output message on the screen to introduce the system to the user. </a:t>
            </a:r>
          </a:p>
        </p:txBody>
      </p:sp>
      <p:sp>
        <p:nvSpPr>
          <p:cNvPr id="4" name="Rectangle: Rounded Corners 3">
            <a:extLst>
              <a:ext uri="{FF2B5EF4-FFF2-40B4-BE49-F238E27FC236}">
                <a16:creationId xmlns:a16="http://schemas.microsoft.com/office/drawing/2014/main" id="{EE906540-5F24-92A0-D200-FD8A1C36E53F}"/>
              </a:ext>
            </a:extLst>
          </p:cNvPr>
          <p:cNvSpPr/>
          <p:nvPr/>
        </p:nvSpPr>
        <p:spPr>
          <a:xfrm>
            <a:off x="1142999" y="605691"/>
            <a:ext cx="9905997" cy="1117600"/>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 ALL FUNCTION DESCRIPTION WITH OUTPUTS</a:t>
            </a:r>
            <a:endParaRPr lang="en-US" sz="32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3220936"/>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3F74D-CCA5-4E22-3019-07DEBD7FD753}"/>
              </a:ext>
            </a:extLst>
          </p:cNvPr>
          <p:cNvSpPr>
            <a:spLocks noGrp="1"/>
          </p:cNvSpPr>
          <p:nvPr>
            <p:ph type="title"/>
          </p:nvPr>
        </p:nvSpPr>
        <p:spPr>
          <a:xfrm flipV="1">
            <a:off x="3462216" y="2804500"/>
            <a:ext cx="3462215" cy="138113"/>
          </a:xfrm>
        </p:spPr>
        <p:txBody>
          <a:bodyPr>
            <a:normAutofit fontScale="90000"/>
          </a:bodyPr>
          <a:lstStyle/>
          <a:p>
            <a:endParaRPr lang="en-US" dirty="0">
              <a:latin typeface="Arial" panose="020B0604020202020204" pitchFamily="34" charset="0"/>
              <a:cs typeface="Arial" panose="020B0604020202020204" pitchFamily="34" charset="0"/>
            </a:endParaRPr>
          </a:p>
        </p:txBody>
      </p:sp>
      <p:pic>
        <p:nvPicPr>
          <p:cNvPr id="4" name="Content Placeholder 3">
            <a:extLst>
              <a:ext uri="{FF2B5EF4-FFF2-40B4-BE49-F238E27FC236}">
                <a16:creationId xmlns:a16="http://schemas.microsoft.com/office/drawing/2014/main" id="{EE847E54-8AC6-363C-0CCE-9B4190076E38}"/>
              </a:ext>
            </a:extLst>
          </p:cNvPr>
          <p:cNvPicPr>
            <a:picLocks noGrp="1" noChangeAspect="1"/>
          </p:cNvPicPr>
          <p:nvPr>
            <p:ph idx="1"/>
          </p:nvPr>
        </p:nvPicPr>
        <p:blipFill>
          <a:blip r:embed="rId2"/>
          <a:stretch>
            <a:fillRect/>
          </a:stretch>
        </p:blipFill>
        <p:spPr>
          <a:xfrm>
            <a:off x="1359877" y="1938216"/>
            <a:ext cx="9710613" cy="3907692"/>
          </a:xfrm>
          <a:prstGeom prst="rect">
            <a:avLst/>
          </a:prstGeom>
        </p:spPr>
      </p:pic>
      <p:sp>
        <p:nvSpPr>
          <p:cNvPr id="7" name="Rectangle: Rounded Corners 6">
            <a:extLst>
              <a:ext uri="{FF2B5EF4-FFF2-40B4-BE49-F238E27FC236}">
                <a16:creationId xmlns:a16="http://schemas.microsoft.com/office/drawing/2014/main" id="{AE0BC2FF-4B6C-404B-D45F-965F3059BA3B}"/>
              </a:ext>
            </a:extLst>
          </p:cNvPr>
          <p:cNvSpPr/>
          <p:nvPr/>
        </p:nvSpPr>
        <p:spPr>
          <a:xfrm>
            <a:off x="1359877" y="875323"/>
            <a:ext cx="3501292" cy="828431"/>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Output:</a:t>
            </a:r>
          </a:p>
        </p:txBody>
      </p:sp>
    </p:spTree>
    <p:extLst>
      <p:ext uri="{BB962C8B-B14F-4D97-AF65-F5344CB8AC3E}">
        <p14:creationId xmlns:p14="http://schemas.microsoft.com/office/powerpoint/2010/main" val="1106404195"/>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3DDCD-AD8D-4BCD-90A8-99CA2578B8CC}"/>
              </a:ext>
            </a:extLst>
          </p:cNvPr>
          <p:cNvSpPr>
            <a:spLocks noGrp="1"/>
          </p:cNvSpPr>
          <p:nvPr>
            <p:ph type="title"/>
          </p:nvPr>
        </p:nvSpPr>
        <p:spPr/>
        <p:txBody>
          <a:bodyPr>
            <a:normAutofit fontScale="90000"/>
          </a:bodyPr>
          <a:lstStyle/>
          <a:p>
            <a:br>
              <a:rPr lang="en-US" sz="3600" b="1" dirty="0">
                <a:solidFill>
                  <a:schemeClr val="accent5">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br>
              <a:rPr lang="en-US" sz="3600" b="1" dirty="0">
                <a:solidFill>
                  <a:schemeClr val="accent5">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en-US" sz="3600" b="1" dirty="0">
              <a:solidFill>
                <a:schemeClr val="accent5">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B5DF3D2-0AEE-44F1-8178-58F3A4EB7D8B}"/>
              </a:ext>
            </a:extLst>
          </p:cNvPr>
          <p:cNvSpPr>
            <a:spLocks noGrp="1"/>
          </p:cNvSpPr>
          <p:nvPr>
            <p:ph idx="1"/>
          </p:nvPr>
        </p:nvSpPr>
        <p:spPr>
          <a:xfrm>
            <a:off x="1401273" y="851877"/>
            <a:ext cx="9386277" cy="4587631"/>
          </a:xfrm>
        </p:spPr>
        <p:txBody>
          <a:bodyPr>
            <a:normAutofit/>
          </a:bodyPr>
          <a:lstStyle/>
          <a:p>
            <a:pPr marL="0" indent="0">
              <a:buNone/>
            </a:pPr>
            <a:endParaRPr lang="en-US" sz="3200"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indent="0">
              <a:spcBef>
                <a:spcPts val="0"/>
              </a:spcBef>
              <a:spcAft>
                <a:spcPts val="0"/>
              </a:spcAft>
              <a:buNone/>
            </a:pPr>
            <a:r>
              <a:rPr lang="en-US" sz="3200" dirty="0">
                <a:latin typeface="Times New Roman" panose="02020603050405020304" pitchFamily="18" charset="0"/>
                <a:ea typeface="Times New Roman" panose="02020603050405020304" pitchFamily="18" charset="0"/>
                <a:cs typeface="Times New Roman" panose="02020603050405020304" pitchFamily="18" charset="0"/>
              </a:rPr>
              <a:t>  </a:t>
            </a:r>
          </a:p>
          <a:p>
            <a:pPr marL="0" marR="0" indent="0">
              <a:spcBef>
                <a:spcPts val="0"/>
              </a:spcBef>
              <a:spcAft>
                <a:spcPts val="0"/>
              </a:spcAft>
              <a:buNone/>
            </a:pPr>
            <a:r>
              <a:rPr lang="en-US" sz="32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AU" sz="2800" b="1" dirty="0">
                <a:solidFill>
                  <a:schemeClr val="bg1"/>
                </a:solidFill>
                <a:effectLst/>
                <a:latin typeface="Times New Roman" panose="02020603050405020304" pitchFamily="18" charset="0"/>
                <a:ea typeface="Times New Roman" panose="02020603050405020304" pitchFamily="18" charset="0"/>
              </a:rPr>
              <a:t>Description:</a:t>
            </a:r>
            <a:endParaRPr lang="en-US" sz="2800" b="1" dirty="0">
              <a:solidFill>
                <a:schemeClr val="bg1"/>
              </a:solidFill>
              <a:effectLst/>
              <a:latin typeface="Times New Roman" panose="02020603050405020304" pitchFamily="18" charset="0"/>
              <a:ea typeface="Times New Roman" panose="02020603050405020304" pitchFamily="18" charset="0"/>
            </a:endParaRPr>
          </a:p>
          <a:p>
            <a:r>
              <a:rPr lang="en-AU" sz="2800" dirty="0">
                <a:solidFill>
                  <a:schemeClr val="bg1"/>
                </a:solidFill>
                <a:effectLst/>
                <a:latin typeface="Times New Roman" panose="02020603050405020304" pitchFamily="18" charset="0"/>
                <a:ea typeface="Times New Roman" panose="02020603050405020304" pitchFamily="18" charset="0"/>
              </a:rPr>
              <a:t>This macro function shows the current seating layout. Booked seats are marked as the guest's name and available seats are marked as </a:t>
            </a:r>
            <a:r>
              <a:rPr lang="en-AU" sz="2800" dirty="0">
                <a:solidFill>
                  <a:schemeClr val="bg1"/>
                </a:solidFill>
                <a:latin typeface="Times New Roman" panose="02020603050405020304" pitchFamily="18" charset="0"/>
                <a:ea typeface="Times New Roman" panose="02020603050405020304" pitchFamily="18" charset="0"/>
              </a:rPr>
              <a:t>‘</a:t>
            </a:r>
            <a:r>
              <a:rPr lang="en-AU" sz="2800" dirty="0">
                <a:solidFill>
                  <a:schemeClr val="bg1"/>
                </a:solidFill>
                <a:effectLst/>
                <a:latin typeface="Times New Roman" panose="02020603050405020304" pitchFamily="18" charset="0"/>
                <a:ea typeface="Times New Roman" panose="02020603050405020304" pitchFamily="18" charset="0"/>
              </a:rPr>
              <a:t>Available</a:t>
            </a:r>
            <a:r>
              <a:rPr lang="en-AU" sz="2800" dirty="0">
                <a:solidFill>
                  <a:schemeClr val="bg1"/>
                </a:solidFill>
                <a:latin typeface="Times New Roman" panose="02020603050405020304" pitchFamily="18" charset="0"/>
                <a:ea typeface="Times New Roman" panose="02020603050405020304" pitchFamily="18" charset="0"/>
              </a:rPr>
              <a:t>’</a:t>
            </a:r>
            <a:r>
              <a:rPr lang="en-AU" sz="2800" dirty="0">
                <a:solidFill>
                  <a:schemeClr val="bg1"/>
                </a:solidFill>
                <a:effectLst/>
                <a:latin typeface="Times New Roman" panose="02020603050405020304" pitchFamily="18" charset="0"/>
                <a:ea typeface="Times New Roman" panose="02020603050405020304" pitchFamily="18" charset="0"/>
              </a:rPr>
              <a:t>.</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84AE61A3-E2E0-7A58-EEDA-E0001813FAC5}"/>
              </a:ext>
            </a:extLst>
          </p:cNvPr>
          <p:cNvSpPr/>
          <p:nvPr/>
        </p:nvSpPr>
        <p:spPr>
          <a:xfrm>
            <a:off x="2026503" y="795096"/>
            <a:ext cx="8495323" cy="971673"/>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 Display Seats (Macro Function)</a:t>
            </a:r>
            <a:endParaRPr lang="en-US" sz="3200" b="1" dirty="0">
              <a:solidFill>
                <a:schemeClr val="bg1"/>
              </a:solidFill>
            </a:endParaRPr>
          </a:p>
        </p:txBody>
      </p:sp>
    </p:spTree>
    <p:extLst>
      <p:ext uri="{BB962C8B-B14F-4D97-AF65-F5344CB8AC3E}">
        <p14:creationId xmlns:p14="http://schemas.microsoft.com/office/powerpoint/2010/main" val="3605555790"/>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1B426734-4672-4EEC-89E4-20103EA225BA}"/>
              </a:ext>
            </a:extLst>
          </p:cNvPr>
          <p:cNvGraphicFramePr/>
          <p:nvPr>
            <p:extLst>
              <p:ext uri="{D42A27DB-BD31-4B8C-83A1-F6EECF244321}">
                <p14:modId xmlns:p14="http://schemas.microsoft.com/office/powerpoint/2010/main" val="202981291"/>
              </p:ext>
            </p:extLst>
          </p:nvPr>
        </p:nvGraphicFramePr>
        <p:xfrm>
          <a:off x="960582" y="157017"/>
          <a:ext cx="3007360" cy="7227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Content Placeholder 3">
            <a:extLst>
              <a:ext uri="{FF2B5EF4-FFF2-40B4-BE49-F238E27FC236}">
                <a16:creationId xmlns:a16="http://schemas.microsoft.com/office/drawing/2014/main" id="{B005B5CD-4323-4A3B-8432-F9E15C2B3D64}"/>
              </a:ext>
            </a:extLst>
          </p:cNvPr>
          <p:cNvPicPr>
            <a:picLocks noGrp="1"/>
          </p:cNvPicPr>
          <p:nvPr>
            <p:ph idx="1"/>
          </p:nvPr>
        </p:nvPicPr>
        <p:blipFill>
          <a:blip r:embed="rId7" cstate="print">
            <a:extLst>
              <a:ext uri="{28A0092B-C50C-407E-A947-70E740481C1C}">
                <a14:useLocalDpi xmlns:a14="http://schemas.microsoft.com/office/drawing/2010/main" val="0"/>
              </a:ext>
            </a:extLst>
          </a:blip>
          <a:srcRect t="2626" r="23585" b="5068"/>
          <a:stretch>
            <a:fillRect/>
          </a:stretch>
        </p:blipFill>
        <p:spPr bwMode="auto">
          <a:xfrm>
            <a:off x="960582" y="1016000"/>
            <a:ext cx="8660156" cy="545513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47086678"/>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2CE84966-80B6-4AD1-9636-676832BB9469}"/>
              </a:ext>
            </a:extLst>
          </p:cNvPr>
          <p:cNvGraphicFramePr/>
          <p:nvPr>
            <p:extLst>
              <p:ext uri="{D42A27DB-BD31-4B8C-83A1-F6EECF244321}">
                <p14:modId xmlns:p14="http://schemas.microsoft.com/office/powerpoint/2010/main" val="3899259031"/>
              </p:ext>
            </p:extLst>
          </p:nvPr>
        </p:nvGraphicFramePr>
        <p:xfrm>
          <a:off x="1097280" y="286602"/>
          <a:ext cx="10058400" cy="16125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3C4BC767-E74F-4133-BE0C-2D401B9D3C07}"/>
              </a:ext>
            </a:extLst>
          </p:cNvPr>
          <p:cNvSpPr txBox="1"/>
          <p:nvPr/>
        </p:nvSpPr>
        <p:spPr>
          <a:xfrm>
            <a:off x="1097280" y="988905"/>
            <a:ext cx="10058399" cy="1231106"/>
          </a:xfrm>
          <a:prstGeom prst="rect">
            <a:avLst/>
          </a:prstGeom>
          <a:noFill/>
        </p:spPr>
        <p:txBody>
          <a:bodyPr wrap="square" rtlCol="0">
            <a:spAutoFit/>
          </a:bodyPr>
          <a:lstStyle/>
          <a:p>
            <a:pPr marL="0" marR="0">
              <a:spcBef>
                <a:spcPts val="0"/>
              </a:spcBef>
              <a:spcAft>
                <a:spcPts val="0"/>
              </a:spcAft>
            </a:pPr>
            <a:r>
              <a:rPr lang="en-AU" b="1" dirty="0">
                <a:solidFill>
                  <a:schemeClr val="bg1"/>
                </a:solidFill>
                <a:latin typeface="Arial" panose="020B0604020202020204" pitchFamily="34" charset="0"/>
                <a:ea typeface="Times New Roman" panose="02020603050405020304" pitchFamily="18" charset="0"/>
                <a:cs typeface="Arial" panose="020B0604020202020204" pitchFamily="34" charset="0"/>
              </a:rPr>
              <a:t>Description:</a:t>
            </a:r>
            <a:endParaRPr lang="en-US" b="1" dirty="0">
              <a:solidFill>
                <a:schemeClr val="bg1"/>
              </a:solidFill>
              <a:latin typeface="Arial" panose="020B0604020202020204" pitchFamily="34" charset="0"/>
              <a:ea typeface="Times New Roman" panose="02020603050405020304" pitchFamily="18" charset="0"/>
              <a:cs typeface="Arial" panose="020B0604020202020204" pitchFamily="34" charset="0"/>
            </a:endParaRPr>
          </a:p>
          <a:p>
            <a:pPr marL="0" marR="0">
              <a:spcBef>
                <a:spcPts val="0"/>
              </a:spcBef>
              <a:spcAft>
                <a:spcPts val="0"/>
              </a:spcAft>
            </a:pPr>
            <a:r>
              <a:rPr lang="en-AU"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This part lets the user book a seat by entering row, column, guest's name and contact number. It also prevents double booking</a:t>
            </a:r>
            <a:r>
              <a:rPr lang="en-AU" dirty="0">
                <a:solidFill>
                  <a:schemeClr val="bg1"/>
                </a:solidFill>
                <a:latin typeface="Arial" panose="020B0604020202020204" pitchFamily="34" charset="0"/>
                <a:ea typeface="Times New Roman" panose="02020603050405020304" pitchFamily="18" charset="0"/>
                <a:cs typeface="Arial" panose="020B0604020202020204" pitchFamily="34" charset="0"/>
              </a:rPr>
              <a:t>.</a:t>
            </a:r>
            <a:endParaRPr lang="en-US"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pic>
        <p:nvPicPr>
          <p:cNvPr id="8" name="Content Placeholder 7">
            <a:extLst>
              <a:ext uri="{FF2B5EF4-FFF2-40B4-BE49-F238E27FC236}">
                <a16:creationId xmlns:a16="http://schemas.microsoft.com/office/drawing/2014/main" id="{F3493654-D5BC-4097-B48F-5E7217D26A29}"/>
              </a:ext>
            </a:extLst>
          </p:cNvPr>
          <p:cNvPicPr>
            <a:picLocks noGrp="1"/>
          </p:cNvPicPr>
          <p:nvPr>
            <p:ph idx="1"/>
          </p:nvPr>
        </p:nvPicPr>
        <p:blipFill rotWithShape="1">
          <a:blip r:embed="rId7" cstate="print">
            <a:extLst>
              <a:ext uri="{28A0092B-C50C-407E-A947-70E740481C1C}">
                <a14:useLocalDpi xmlns:a14="http://schemas.microsoft.com/office/drawing/2010/main" val="0"/>
              </a:ext>
            </a:extLst>
          </a:blip>
          <a:srcRect t="3031" r="19936" b="4882"/>
          <a:stretch>
            <a:fillRect/>
          </a:stretch>
        </p:blipFill>
        <p:spPr bwMode="auto">
          <a:xfrm>
            <a:off x="1097278" y="1899137"/>
            <a:ext cx="10058399" cy="427501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03173074"/>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ACCBABA0-E3B9-46F6-A51B-349839DF9B7A}"/>
              </a:ext>
            </a:extLst>
          </p:cNvPr>
          <p:cNvGraphicFramePr/>
          <p:nvPr>
            <p:extLst>
              <p:ext uri="{D42A27DB-BD31-4B8C-83A1-F6EECF244321}">
                <p14:modId xmlns:p14="http://schemas.microsoft.com/office/powerpoint/2010/main" val="2462333731"/>
              </p:ext>
            </p:extLst>
          </p:nvPr>
        </p:nvGraphicFramePr>
        <p:xfrm>
          <a:off x="1189644" y="665020"/>
          <a:ext cx="10058400" cy="8959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a:extLst>
              <a:ext uri="{FF2B5EF4-FFF2-40B4-BE49-F238E27FC236}">
                <a16:creationId xmlns:a16="http://schemas.microsoft.com/office/drawing/2014/main" id="{BD088AEB-54BD-4FC1-BA6E-C79A3DC1966B}"/>
              </a:ext>
            </a:extLst>
          </p:cNvPr>
          <p:cNvPicPr>
            <a:picLocks noGrp="1"/>
          </p:cNvPicPr>
          <p:nvPr>
            <p:ph idx="1"/>
          </p:nvPr>
        </p:nvPicPr>
        <p:blipFill rotWithShape="1">
          <a:blip r:embed="rId7" cstate="print">
            <a:extLst>
              <a:ext uri="{28A0092B-C50C-407E-A947-70E740481C1C}">
                <a14:useLocalDpi xmlns:a14="http://schemas.microsoft.com/office/drawing/2010/main" val="0"/>
              </a:ext>
            </a:extLst>
          </a:blip>
          <a:srcRect t="3361" r="20685" b="4707"/>
          <a:stretch>
            <a:fillRect/>
          </a:stretch>
        </p:blipFill>
        <p:spPr bwMode="auto">
          <a:xfrm>
            <a:off x="1189645" y="1992922"/>
            <a:ext cx="10058399" cy="427501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2041702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2408FAA0-4982-43A7-83EB-A169DA258503}"/>
              </a:ext>
            </a:extLst>
          </p:cNvPr>
          <p:cNvGraphicFramePr/>
          <p:nvPr>
            <p:extLst>
              <p:ext uri="{D42A27DB-BD31-4B8C-83A1-F6EECF244321}">
                <p14:modId xmlns:p14="http://schemas.microsoft.com/office/powerpoint/2010/main" val="430025505"/>
              </p:ext>
            </p:extLst>
          </p:nvPr>
        </p:nvGraphicFramePr>
        <p:xfrm>
          <a:off x="1081578" y="92365"/>
          <a:ext cx="9781309" cy="20874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Content Placeholder 5">
            <a:extLst>
              <a:ext uri="{FF2B5EF4-FFF2-40B4-BE49-F238E27FC236}">
                <a16:creationId xmlns:a16="http://schemas.microsoft.com/office/drawing/2014/main" id="{CF22107F-5C7E-4A7E-BD8D-C2C594BF7C28}"/>
              </a:ext>
            </a:extLst>
          </p:cNvPr>
          <p:cNvPicPr>
            <a:picLocks noGrp="1"/>
          </p:cNvPicPr>
          <p:nvPr>
            <p:ph idx="1"/>
          </p:nvPr>
        </p:nvPicPr>
        <p:blipFill rotWithShape="1">
          <a:blip r:embed="rId7" cstate="print">
            <a:extLst>
              <a:ext uri="{28A0092B-C50C-407E-A947-70E740481C1C}">
                <a14:useLocalDpi xmlns:a14="http://schemas.microsoft.com/office/drawing/2010/main" val="0"/>
              </a:ext>
            </a:extLst>
          </a:blip>
          <a:srcRect l="-17899" t="10783" r="22894" b="11448"/>
          <a:stretch/>
        </p:blipFill>
        <p:spPr bwMode="auto">
          <a:xfrm>
            <a:off x="-1209964" y="1800808"/>
            <a:ext cx="12072851" cy="454528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2516900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B51AF6B6-1F43-40ED-81A4-49B827F0AF04}"/>
              </a:ext>
            </a:extLst>
          </p:cNvPr>
          <p:cNvGraphicFramePr/>
          <p:nvPr>
            <p:extLst>
              <p:ext uri="{D42A27DB-BD31-4B8C-83A1-F6EECF244321}">
                <p14:modId xmlns:p14="http://schemas.microsoft.com/office/powerpoint/2010/main" val="4110132445"/>
              </p:ext>
            </p:extLst>
          </p:nvPr>
        </p:nvGraphicFramePr>
        <p:xfrm>
          <a:off x="1171171" y="659785"/>
          <a:ext cx="10058400" cy="15424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Content Placeholder 4">
            <a:extLst>
              <a:ext uri="{FF2B5EF4-FFF2-40B4-BE49-F238E27FC236}">
                <a16:creationId xmlns:a16="http://schemas.microsoft.com/office/drawing/2014/main" id="{3674CBDA-9712-4F00-830D-9D518B760FAC}"/>
              </a:ext>
            </a:extLst>
          </p:cNvPr>
          <p:cNvPicPr>
            <a:picLocks noGrp="1"/>
          </p:cNvPicPr>
          <p:nvPr>
            <p:ph idx="1"/>
          </p:nvPr>
        </p:nvPicPr>
        <p:blipFill rotWithShape="1">
          <a:blip r:embed="rId7" cstate="print">
            <a:extLst>
              <a:ext uri="{28A0092B-C50C-407E-A947-70E740481C1C}">
                <a14:useLocalDpi xmlns:a14="http://schemas.microsoft.com/office/drawing/2010/main" val="0"/>
              </a:ext>
            </a:extLst>
          </a:blip>
          <a:srcRect t="2298" r="19647" b="4885"/>
          <a:stretch>
            <a:fillRect/>
          </a:stretch>
        </p:blipFill>
        <p:spPr bwMode="auto">
          <a:xfrm>
            <a:off x="1171171" y="2352431"/>
            <a:ext cx="10058400" cy="415778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8836184"/>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1F61C6FD-FB94-41DB-B08B-CE1773AA0E7D}"/>
              </a:ext>
            </a:extLst>
          </p:cNvPr>
          <p:cNvGraphicFramePr/>
          <p:nvPr>
            <p:extLst>
              <p:ext uri="{D42A27DB-BD31-4B8C-83A1-F6EECF244321}">
                <p14:modId xmlns:p14="http://schemas.microsoft.com/office/powerpoint/2010/main" val="922363769"/>
              </p:ext>
            </p:extLst>
          </p:nvPr>
        </p:nvGraphicFramePr>
        <p:xfrm>
          <a:off x="1097280" y="286603"/>
          <a:ext cx="10058400" cy="1514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Content Placeholder 4">
            <a:extLst>
              <a:ext uri="{FF2B5EF4-FFF2-40B4-BE49-F238E27FC236}">
                <a16:creationId xmlns:a16="http://schemas.microsoft.com/office/drawing/2014/main" id="{E3010775-72DC-45BB-875B-378AC85F1626}"/>
              </a:ext>
            </a:extLst>
          </p:cNvPr>
          <p:cNvPicPr>
            <a:picLocks noGrp="1"/>
          </p:cNvPicPr>
          <p:nvPr>
            <p:ph idx="1"/>
          </p:nvPr>
        </p:nvPicPr>
        <p:blipFill rotWithShape="1">
          <a:blip r:embed="rId7" cstate="print">
            <a:extLst>
              <a:ext uri="{28A0092B-C50C-407E-A947-70E740481C1C}">
                <a14:useLocalDpi xmlns:a14="http://schemas.microsoft.com/office/drawing/2010/main" val="0"/>
              </a:ext>
            </a:extLst>
          </a:blip>
          <a:srcRect t="4600" r="18913" b="4834"/>
          <a:stretch>
            <a:fillRect/>
          </a:stretch>
        </p:blipFill>
        <p:spPr bwMode="auto">
          <a:xfrm>
            <a:off x="1097280" y="1801091"/>
            <a:ext cx="10058400" cy="491232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30144016"/>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9FD98D5A-06A4-4174-9A46-D0FAF54C6ACD}"/>
              </a:ext>
            </a:extLst>
          </p:cNvPr>
          <p:cNvGraphicFramePr/>
          <p:nvPr>
            <p:extLst>
              <p:ext uri="{D42A27DB-BD31-4B8C-83A1-F6EECF244321}">
                <p14:modId xmlns:p14="http://schemas.microsoft.com/office/powerpoint/2010/main" val="179314776"/>
              </p:ext>
            </p:extLst>
          </p:nvPr>
        </p:nvGraphicFramePr>
        <p:xfrm>
          <a:off x="1097280" y="286603"/>
          <a:ext cx="10058400" cy="16345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Content Placeholder 4">
            <a:extLst>
              <a:ext uri="{FF2B5EF4-FFF2-40B4-BE49-F238E27FC236}">
                <a16:creationId xmlns:a16="http://schemas.microsoft.com/office/drawing/2014/main" id="{8555CB66-B6FC-4D78-AAD9-8BC2D4738490}"/>
              </a:ext>
            </a:extLst>
          </p:cNvPr>
          <p:cNvPicPr>
            <a:picLocks noGrp="1"/>
          </p:cNvPicPr>
          <p:nvPr>
            <p:ph idx="1"/>
          </p:nvPr>
        </p:nvPicPr>
        <p:blipFill rotWithShape="1">
          <a:blip r:embed="rId7" cstate="print">
            <a:extLst>
              <a:ext uri="{28A0092B-C50C-407E-A947-70E740481C1C}">
                <a14:useLocalDpi xmlns:a14="http://schemas.microsoft.com/office/drawing/2010/main" val="0"/>
              </a:ext>
            </a:extLst>
          </a:blip>
          <a:srcRect l="-55170" t="63945" r="35434" b="5325"/>
          <a:stretch/>
        </p:blipFill>
        <p:spPr bwMode="auto">
          <a:xfrm>
            <a:off x="-7548274" y="1921164"/>
            <a:ext cx="18703954" cy="450308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76162112"/>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E9C8363E-E27C-4613-9D41-B52115892575}"/>
              </a:ext>
            </a:extLst>
          </p:cNvPr>
          <p:cNvGraphicFramePr/>
          <p:nvPr>
            <p:extLst>
              <p:ext uri="{D42A27DB-BD31-4B8C-83A1-F6EECF244321}">
                <p14:modId xmlns:p14="http://schemas.microsoft.com/office/powerpoint/2010/main" val="4015877883"/>
              </p:ext>
            </p:extLst>
          </p:nvPr>
        </p:nvGraphicFramePr>
        <p:xfrm>
          <a:off x="1097279" y="147781"/>
          <a:ext cx="10217265" cy="13208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4">
            <a:extLst>
              <a:ext uri="{FF2B5EF4-FFF2-40B4-BE49-F238E27FC236}">
                <a16:creationId xmlns:a16="http://schemas.microsoft.com/office/drawing/2014/main" id="{8D0ECA77-D252-41E3-812B-03CE12EBF1FE}"/>
              </a:ext>
            </a:extLst>
          </p:cNvPr>
          <p:cNvSpPr>
            <a:spLocks noGrp="1"/>
          </p:cNvSpPr>
          <p:nvPr>
            <p:ph idx="1"/>
          </p:nvPr>
        </p:nvSpPr>
        <p:spPr>
          <a:xfrm>
            <a:off x="1173018" y="1911928"/>
            <a:ext cx="9966037" cy="3223490"/>
          </a:xfrm>
        </p:spPr>
        <p:txBody>
          <a:bodyPr>
            <a:normAutofit fontScale="92500" lnSpcReduction="20000"/>
          </a:bodyPr>
          <a:lstStyle/>
          <a:p>
            <a:pPr marL="0" marR="0" indent="0">
              <a:spcBef>
                <a:spcPts val="0"/>
              </a:spcBef>
              <a:spcAft>
                <a:spcPts val="0"/>
              </a:spcAft>
              <a:buNone/>
            </a:pPr>
            <a:r>
              <a:rPr lang="en-AU"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After finishing this project, we understood how we can use C programming to solve real-life problems like managing seats in an event.</a:t>
            </a:r>
            <a:endParaRPr lang="en-US"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a:p>
            <a:pPr marL="0" marR="0">
              <a:spcBef>
                <a:spcPts val="0"/>
              </a:spcBef>
              <a:spcAft>
                <a:spcPts val="0"/>
              </a:spcAft>
            </a:pPr>
            <a:endParaRPr lang="en-AU"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a:p>
            <a:pPr marL="0" marR="0">
              <a:spcBef>
                <a:spcPts val="0"/>
              </a:spcBef>
              <a:spcAft>
                <a:spcPts val="0"/>
              </a:spcAft>
            </a:pPr>
            <a:r>
              <a:rPr lang="en-AU"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We faced some challenges like handling input validation (making sure users cannot book outside the range), preventing double bookings, and printing the perfect layout for seat arrangement. But solving these problems helped us learn more.</a:t>
            </a:r>
            <a:endParaRPr lang="en-US"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a:p>
            <a:pPr marL="0" marR="0">
              <a:spcBef>
                <a:spcPts val="0"/>
              </a:spcBef>
              <a:spcAft>
                <a:spcPts val="0"/>
              </a:spcAft>
            </a:pPr>
            <a:endParaRPr lang="en-AU"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a:p>
            <a:pPr marL="0" marR="0">
              <a:spcBef>
                <a:spcPts val="0"/>
              </a:spcBef>
              <a:spcAft>
                <a:spcPts val="0"/>
              </a:spcAft>
            </a:pPr>
            <a:r>
              <a:rPr lang="en-AU"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This project improved our skills in arrays, functions, teamwork and many other things. We also realized the importance of breaking a big problem into smaller tasks.</a:t>
            </a:r>
            <a:endParaRPr lang="en-US"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a:p>
            <a:pPr marL="0" marR="0">
              <a:spcBef>
                <a:spcPts val="0"/>
              </a:spcBef>
              <a:spcAft>
                <a:spcPts val="0"/>
              </a:spcAft>
            </a:pPr>
            <a:endParaRPr lang="en-AU"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a:p>
            <a:pPr marL="0" marR="0">
              <a:spcBef>
                <a:spcPts val="0"/>
              </a:spcBef>
              <a:spcAft>
                <a:spcPts val="0"/>
              </a:spcAft>
            </a:pPr>
            <a:r>
              <a:rPr lang="en-AU"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We believe this project can be useful for small events or functions, and it gave us confidence in programming.</a:t>
            </a:r>
            <a:endParaRPr lang="en-US"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5648570"/>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F5298A-9C54-8546-4651-E2A79E3FDE5E}"/>
              </a:ext>
            </a:extLst>
          </p:cNvPr>
          <p:cNvSpPr>
            <a:spLocks noGrp="1"/>
          </p:cNvSpPr>
          <p:nvPr>
            <p:ph idx="1"/>
          </p:nvPr>
        </p:nvSpPr>
        <p:spPr>
          <a:xfrm>
            <a:off x="1141413" y="2319825"/>
            <a:ext cx="8866919" cy="2041159"/>
          </a:xfrm>
        </p:spPr>
        <p:txBody>
          <a:bodyPr>
            <a:normAutofit/>
          </a:bodyPr>
          <a:lstStyle/>
          <a:p>
            <a:pPr marL="0" indent="0" algn="ctr">
              <a:buNone/>
            </a:pPr>
            <a:r>
              <a:rPr lang="en-US" sz="8800" b="1" dirty="0">
                <a:solidFill>
                  <a:schemeClr val="bg1">
                    <a:lumMod val="95000"/>
                    <a:lumOff val="5000"/>
                  </a:schemeClr>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189729027"/>
      </p:ext>
    </p:extLst>
  </p:cSld>
  <p:clrMapOvr>
    <a:masterClrMapping/>
  </p:clrMapOvr>
  <p:transition spd="med">
    <p:pull/>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469</TotalTime>
  <Words>588</Words>
  <Application>Microsoft Office PowerPoint</Application>
  <PresentationFormat>Widescreen</PresentationFormat>
  <Paragraphs>79</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Times New Roman</vt:lpstr>
      <vt:lpstr>Tw Cen MT</vt:lpstr>
      <vt:lpstr>Circuit</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16</cp:revision>
  <dcterms:created xsi:type="dcterms:W3CDTF">2025-08-30T14:41:51Z</dcterms:created>
  <dcterms:modified xsi:type="dcterms:W3CDTF">2025-09-02T22:31:54Z</dcterms:modified>
</cp:coreProperties>
</file>